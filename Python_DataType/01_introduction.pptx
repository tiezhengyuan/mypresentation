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F150-028D-4DE3-946B-08A1B00A9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0137F-B1CC-49F2-ADE4-FE19D322F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E3ECB-05FE-44A1-ACDB-92239E36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A19D3-C09B-408B-8118-C2CCFCD75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E4100-8820-4649-8BA6-9400D78C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3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3321-3014-4D34-912B-721A8015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24AF3-EC59-427F-AB5B-B71F534EE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ED87-A9ED-43EC-B5A5-D43BB8E7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03A2B-5F50-4905-9B03-CB5C07D2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DA874-F8DE-47FE-A2FF-C02971CD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7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3790-104E-4537-AE1F-07992E99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D9502-181A-42A9-891A-8C616406E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E26BE-7981-4D37-AC77-56F8FD4DB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F4A99-10A3-4395-B879-127D9CA2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99DF3-B702-44DB-9184-B6E844FC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19668-79C9-4071-B1C0-F54FD0DF9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29CA1-0004-422E-A485-9A1D754A6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F947B-07C0-4150-821B-277E77479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5F633-6B5B-4A23-AE30-ED595CCD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8A39D-27E5-42E4-9486-162DB989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EDAD3-72B2-46B6-94CE-D5421BEA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9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F282-AF03-411D-B54F-6F7F2786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181E0-408B-4732-808D-CE91BD343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C8C10-FD0A-4DD2-85A2-A50B1723C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F14EC-DAEF-4FBA-80A3-0FA6CAA33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BF78A-5C49-438B-8957-9E14C3306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19E4D1-4777-4E9B-A0A5-A0D10E4E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68C562-C0D3-4A5C-96EF-4F4240DE9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CE4CB5-28CA-4264-A080-12EF0486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6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EA59-DB1D-43CC-8E71-153D4D06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AA00B-73E4-454E-B7D1-887A48DD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2C334-76E0-4589-AC1C-4AF91077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E4A44-2436-43B4-A640-9BCF6AE9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21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42967-6492-4F62-8B19-02458758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6BE03-549F-4B6E-90CE-8512665A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3FBAC-32F9-4226-AD71-CE2A6045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3495-1C6B-4756-91DA-9033DA29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31915-9DF2-4420-BC77-65A8AC5C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9B1FF-B6E4-4997-90A4-4EBE49122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7A4FE-EF36-4702-A35D-1440F817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DC454-BF2F-46BA-88C3-A580FDFF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CDD89-D914-40A5-B4B8-9DB7E3AD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3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5B0A-AF25-4555-A106-A0A2422A3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66848-869B-4B80-9BD4-F100DB876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D905A-DC89-4DCE-B674-E2184CDFA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72E0D-D626-49D0-9333-189ECD82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61B7F-5209-4750-84AA-322026E9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B3A11-A373-4374-BAC7-E956A9F3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2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7EB5-E6A0-4D1F-B0D2-048ADE35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3CE67-2218-4E87-9D7F-73D2D8CA9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60521-6FF2-4840-8BF5-D505DDCC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93C5C-1724-460A-93FA-34D5EA9E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F05A-D737-42C0-A56D-94DE3100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56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C1288-D57C-4938-A355-00B5ECF93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162E0-D9DC-4BAF-9ECA-7C3EB82F4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6AFD5-CA7C-480E-9971-C8627AE3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0BC15-1086-4132-9DCE-8CD871338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F9149-212B-4905-BB3B-2AFC9C1D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2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27DDF-1081-41F6-88BF-D7BFD5AF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2AF79-EF47-4F6F-BC90-DBA1092F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1B77A-E9CC-4D79-A91F-6FAC1076B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99C55-31E2-4241-AE0B-9F6C97D23D39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3C05A-9C07-4EDB-BCBA-A3C88009F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62B2E-A19C-4A06-8390-776EA70D2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1B5FE-58F3-4ADF-B515-357C31B78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7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8AD9-E226-4CCF-928D-1259E54E9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data 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B9F4E-4301-4E5C-967A-F96677B83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1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5B97-E5DE-4146-B8D4-6E7653BC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5BC86-4B0D-45CE-B98C-28820993B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Mutable:</a:t>
            </a:r>
            <a:br>
              <a:rPr lang="en-US" dirty="0"/>
            </a:br>
            <a:r>
              <a:rPr lang="en-US" dirty="0"/>
              <a:t>List</a:t>
            </a:r>
            <a:br>
              <a:rPr lang="en-US" dirty="0"/>
            </a:br>
            <a:r>
              <a:rPr lang="en-US" dirty="0"/>
              <a:t>sets</a:t>
            </a:r>
            <a:br>
              <a:rPr lang="en-US"/>
            </a:br>
            <a:r>
              <a:rPr lang="en-US"/>
              <a:t>dictionaries</a:t>
            </a:r>
            <a:endParaRPr lang="en-US" dirty="0"/>
          </a:p>
          <a:p>
            <a:r>
              <a:rPr lang="en-US" dirty="0"/>
              <a:t>Immutable:</a:t>
            </a:r>
            <a:br>
              <a:rPr lang="en-US" dirty="0"/>
            </a:br>
            <a:r>
              <a:rPr lang="en-US" dirty="0"/>
              <a:t>strings</a:t>
            </a:r>
            <a:br>
              <a:rPr lang="en-US" dirty="0"/>
            </a:br>
            <a:r>
              <a:rPr lang="en-US" dirty="0"/>
              <a:t>Tuples</a:t>
            </a:r>
            <a:br>
              <a:rPr lang="en-US" dirty="0"/>
            </a:br>
            <a:r>
              <a:rPr lang="en-US" dirty="0"/>
              <a:t>numbers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236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Python data type</vt:lpstr>
      <vt:lpstr>Built-in data type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type</dc:title>
  <dc:creator>Tiezheng Yuan</dc:creator>
  <cp:lastModifiedBy>Tiezheng Yuan</cp:lastModifiedBy>
  <cp:revision>1</cp:revision>
  <dcterms:created xsi:type="dcterms:W3CDTF">2020-03-25T21:08:02Z</dcterms:created>
  <dcterms:modified xsi:type="dcterms:W3CDTF">2020-03-25T21:10:51Z</dcterms:modified>
</cp:coreProperties>
</file>