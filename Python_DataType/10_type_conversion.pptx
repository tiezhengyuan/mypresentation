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0D191-B2F6-4D47-9ECB-FF0DD05A1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06D9F-581F-4AF2-B63E-AF59BC76A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FB305-8D7A-41F6-9FCE-F1E5B1776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E32F-B28A-41FB-A71A-9E309409A98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005EE-ED01-46B4-8505-7C353B1A0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624C7-304C-4D60-BE97-6A181AE14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498E-8A91-454E-B72F-409604E3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3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0619C-5381-4959-883F-41C3D0DC5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33094-5923-465F-85F6-0D0A429A3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7BB26-BEC4-4C53-93E0-EF5BE9638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E32F-B28A-41FB-A71A-9E309409A98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CD36D-8C08-4E82-9FDE-5302790D2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310A3-62F3-4C1F-A786-0EE26D320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498E-8A91-454E-B72F-409604E3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4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FB782-50B4-4E0D-B692-DADB2D88C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DA107-EA71-47F1-A56B-4AD155C02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22CB-CC2F-4816-A483-DCFE37283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E32F-B28A-41FB-A71A-9E309409A98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9A96F-A0D1-438C-90D2-63BD57CD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5594F-5FF5-49C2-876F-ADE90D137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498E-8A91-454E-B72F-409604E3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2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08446-8817-46F1-A2E2-EE20AFE79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DE760-6753-4A60-B625-60B45201C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6C740-6B55-486E-85FD-6B7666FCB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EC617-CD73-42A6-87AB-759C99E8C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E32F-B28A-41FB-A71A-9E309409A98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B19BA-307A-4551-A229-680FB81B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CEF5A-3A76-4751-9198-2A97A7BEE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498E-8A91-454E-B72F-409604E3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700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1739-EC6C-407E-8FF3-2A65D12E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A797F-A272-4FD9-9CEA-09DE9726C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18583-8709-4719-A9C3-A7B1C3F20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F2D962-BFC8-4AF7-B70A-23EC00648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AC5680-A16E-4ACD-B171-B40C76336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465F70-3756-419A-BEF4-17F6274E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E32F-B28A-41FB-A71A-9E309409A98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061536-4DA7-47C2-9679-EAD2FDD0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43498F-A2D5-4629-A698-27468F24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498E-8A91-454E-B72F-409604E3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498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FBCA7-50EE-43E1-A9E7-E649C234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6BB79E-456B-4D91-8301-B93561844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E32F-B28A-41FB-A71A-9E309409A98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79012-0577-4897-BC06-491A16EA4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202F6-7DE9-4849-A053-0BFA3E1A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498E-8A91-454E-B72F-409604E3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08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3EB782-2055-4FCF-88DD-D1C2C4035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E32F-B28A-41FB-A71A-9E309409A98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51FEC-1AC3-41DD-850A-D2DD6E59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7BADA-51A2-49B6-A1C6-67BA25C3D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498E-8A91-454E-B72F-409604E3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98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83CB1-ABBD-4030-9DDD-D8C414158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13E79-AD28-41A7-BFE9-1AEAE0F15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C581CB-2A5C-460D-8944-06873A3D1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B13B7-3A39-446B-BCFE-9EA78A3EF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E32F-B28A-41FB-A71A-9E309409A98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50D98-DCA6-472F-8B29-6CA845455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4E96E-703D-4E80-84D0-8C959B52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498E-8A91-454E-B72F-409604E3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55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4CD87-E8B1-47CD-B18E-F2FD0CAD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9614C5-BF97-4A3F-BC16-FFB9451B3B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8CCF7-2BC6-4514-A5F7-7EEAB34A0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B54A3-68E9-41AC-9947-78EA0B06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E32F-B28A-41FB-A71A-9E309409A98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891C2-C58D-4659-96DE-377B2127F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C2D24-9FAB-472C-98F6-724BED215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498E-8A91-454E-B72F-409604E3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1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1AF8-904F-4EAB-96E9-54DC98AD9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7C7F5A-7D22-48F3-A9CD-88064B728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55F41-6994-448D-884A-8BD99D3C8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E32F-B28A-41FB-A71A-9E309409A98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0C5BC-8B29-4D74-97EB-429EC2000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0C4B3-A8D2-4E2D-9B55-C8FF1CDC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498E-8A91-454E-B72F-409604E3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10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5D66E2-E7B2-4A81-8017-9E57A665E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D53E81-CAEE-463E-A831-D92323DE9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3D346-3C81-48B2-BCF1-3EAFC85C7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E32F-B28A-41FB-A71A-9E309409A98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DE77C-B109-4738-B0E5-9B0D90895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DE582-B34F-4EA4-ADA3-CAC5AEF3A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498E-8A91-454E-B72F-409604E3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616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C89579-F76E-4EFC-A2CB-0347861B7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BB080-31C1-4B36-88FA-C34B37A1F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8A0B0-DE58-4A1B-9FCF-2BA3A1981E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6E32F-B28A-41FB-A71A-9E309409A98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F8B86-C0E7-4B3F-953A-339256976F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45D6E-9A48-4A6A-8A1A-6DA07FE7F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8498E-8A91-454E-B72F-409604E3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63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10CF7-79B3-4CE9-9C30-2853586A64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data type conversion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E973-70EA-414E-90D5-57C5050E5E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</a:t>
            </a:r>
          </a:p>
        </p:txBody>
      </p:sp>
    </p:spTree>
    <p:extLst>
      <p:ext uri="{BB962C8B-B14F-4D97-AF65-F5344CB8AC3E}">
        <p14:creationId xmlns:p14="http://schemas.microsoft.com/office/powerpoint/2010/main" val="474453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381E4-4EC9-4B79-9F0A-40F84D37F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0320" y="365125"/>
            <a:ext cx="4983480" cy="1325563"/>
          </a:xfrm>
        </p:spPr>
        <p:txBody>
          <a:bodyPr/>
          <a:lstStyle/>
          <a:p>
            <a:r>
              <a:rPr lang="en-US" dirty="0"/>
              <a:t>Number &lt;-&gt; String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8C6175-D973-4F6F-A9E0-02BA24D969FA}"/>
              </a:ext>
            </a:extLst>
          </p:cNvPr>
          <p:cNvSpPr/>
          <p:nvPr/>
        </p:nvSpPr>
        <p:spPr>
          <a:xfrm>
            <a:off x="274320" y="583565"/>
            <a:ext cx="37084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def str_to_int(self):</a:t>
            </a:r>
          </a:p>
          <a:p>
            <a:r>
              <a:rPr lang="en-US"/>
              <a:t>        str_int=0</a:t>
            </a:r>
          </a:p>
          <a:p>
            <a:r>
              <a:rPr lang="en-US"/>
              <a:t>        #integer part</a:t>
            </a:r>
          </a:p>
          <a:p>
            <a:r>
              <a:rPr lang="en-US"/>
              <a:t>        for c in self.str1:</a:t>
            </a:r>
          </a:p>
          <a:p>
            <a:r>
              <a:rPr lang="en-US"/>
              <a:t>            if re.search('[0-9]', c):</a:t>
            </a:r>
          </a:p>
          <a:p>
            <a:r>
              <a:rPr lang="en-US"/>
              <a:t>                str_int = str_int*10 + int(c)</a:t>
            </a:r>
          </a:p>
          <a:p>
            <a:r>
              <a:rPr lang="en-US"/>
              <a:t>            else:</a:t>
            </a:r>
          </a:p>
          <a:p>
            <a:r>
              <a:rPr lang="en-US"/>
              <a:t>                break</a:t>
            </a:r>
          </a:p>
          <a:p>
            <a:r>
              <a:rPr lang="en-US"/>
              <a:t>        #decimal part</a:t>
            </a:r>
          </a:p>
          <a:p>
            <a:r>
              <a:rPr lang="en-US"/>
              <a:t>        if not self.str2=='':</a:t>
            </a:r>
          </a:p>
          <a:p>
            <a:r>
              <a:rPr lang="en-US"/>
              <a:t>            n=float(10)</a:t>
            </a:r>
          </a:p>
          <a:p>
            <a:r>
              <a:rPr lang="en-US"/>
              <a:t>            for i in self.str2:</a:t>
            </a:r>
          </a:p>
          <a:p>
            <a:r>
              <a:rPr lang="en-US"/>
              <a:t>                if re.search('[0-9]', i):</a:t>
            </a:r>
          </a:p>
          <a:p>
            <a:r>
              <a:rPr lang="en-US"/>
              <a:t>                    str_int += int(i)/n</a:t>
            </a:r>
          </a:p>
          <a:p>
            <a:r>
              <a:rPr lang="en-US"/>
              <a:t>                    n *= 10</a:t>
            </a:r>
          </a:p>
          <a:p>
            <a:r>
              <a:rPr lang="en-US"/>
              <a:t>                    #print i,int(i)/n</a:t>
            </a:r>
          </a:p>
          <a:p>
            <a:r>
              <a:rPr lang="en-US"/>
              <a:t>                else:</a:t>
            </a:r>
          </a:p>
          <a:p>
            <a:r>
              <a:rPr lang="en-US"/>
              <a:t>                    break    </a:t>
            </a:r>
          </a:p>
          <a:p>
            <a:r>
              <a:rPr lang="en-US"/>
              <a:t>        if self.minus==1:</a:t>
            </a:r>
          </a:p>
          <a:p>
            <a:r>
              <a:rPr lang="en-US"/>
              <a:t>            str_int=-str_int</a:t>
            </a:r>
          </a:p>
          <a:p>
            <a:r>
              <a:rPr lang="en-US"/>
              <a:t>        return str_int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6CAA0D-4A54-4A53-AEF7-02F9D5E30A2B}"/>
              </a:ext>
            </a:extLst>
          </p:cNvPr>
          <p:cNvSpPr/>
          <p:nvPr/>
        </p:nvSpPr>
        <p:spPr>
          <a:xfrm>
            <a:off x="8209282" y="2185521"/>
            <a:ext cx="339344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String		Number</a:t>
            </a:r>
          </a:p>
          <a:p>
            <a:r>
              <a:rPr lang="en-US" dirty="0"/>
              <a:t>123 		&lt; 123 &gt;</a:t>
            </a:r>
          </a:p>
          <a:p>
            <a:r>
              <a:rPr lang="en-US" dirty="0"/>
              <a:t>-123 		&lt; -123 &gt;</a:t>
            </a:r>
          </a:p>
          <a:p>
            <a:r>
              <a:rPr lang="en-US" dirty="0"/>
              <a:t>+123 		&lt; 123 &gt;</a:t>
            </a:r>
          </a:p>
          <a:p>
            <a:r>
              <a:rPr lang="en-US" dirty="0"/>
              <a:t>123fgds435 	&lt; 123 &gt;</a:t>
            </a:r>
          </a:p>
          <a:p>
            <a:r>
              <a:rPr lang="en-US" dirty="0"/>
              <a:t>  123   		&lt; 123 &gt;</a:t>
            </a:r>
          </a:p>
          <a:p>
            <a:r>
              <a:rPr lang="en-US" dirty="0" err="1"/>
              <a:t>abc</a:t>
            </a:r>
            <a:r>
              <a:rPr lang="en-US" dirty="0"/>
              <a:t> 		&lt; 0 &gt;</a:t>
            </a:r>
          </a:p>
          <a:p>
            <a:r>
              <a:rPr lang="en-US" dirty="0"/>
              <a:t>-123ads 		&lt; -123 &gt;</a:t>
            </a:r>
          </a:p>
          <a:p>
            <a:r>
              <a:rPr lang="en-US" dirty="0"/>
              <a:t>++123 		&lt; 123 &gt;</a:t>
            </a:r>
          </a:p>
          <a:p>
            <a:r>
              <a:rPr lang="en-US" dirty="0"/>
              <a:t>--123 		&lt; -123 &gt;</a:t>
            </a:r>
          </a:p>
          <a:p>
            <a:r>
              <a:rPr lang="en-US" dirty="0"/>
              <a:t>0 		&lt; 0 &gt;</a:t>
            </a:r>
          </a:p>
          <a:p>
            <a:r>
              <a:rPr lang="en-US" dirty="0"/>
              <a:t>123.56 		&lt; 123.56 &gt;</a:t>
            </a:r>
          </a:p>
          <a:p>
            <a:r>
              <a:rPr lang="en-US" dirty="0"/>
              <a:t>123.335gf4 	&lt; 123.335 &gt;</a:t>
            </a:r>
          </a:p>
          <a:p>
            <a:r>
              <a:rPr lang="en-US" dirty="0"/>
              <a:t>324444444 	&lt; 324444444 &gt;</a:t>
            </a:r>
          </a:p>
        </p:txBody>
      </p:sp>
    </p:spTree>
    <p:extLst>
      <p:ext uri="{BB962C8B-B14F-4D97-AF65-F5344CB8AC3E}">
        <p14:creationId xmlns:p14="http://schemas.microsoft.com/office/powerpoint/2010/main" val="430761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239</Words>
  <Application>Microsoft Office PowerPoint</Application>
  <PresentationFormat>Widescreen</PresentationFormat>
  <Paragraphs>38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Python data type conversion</vt:lpstr>
      <vt:lpstr>Number &lt;-&gt; String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data type conversion</dc:title>
  <dc:creator>Tiezheng Yuan</dc:creator>
  <cp:lastModifiedBy>Tiezheng Yuan</cp:lastModifiedBy>
  <cp:revision>4</cp:revision>
  <dcterms:created xsi:type="dcterms:W3CDTF">2020-03-25T21:11:00Z</dcterms:created>
  <dcterms:modified xsi:type="dcterms:W3CDTF">2020-03-25T21:34:08Z</dcterms:modified>
</cp:coreProperties>
</file>