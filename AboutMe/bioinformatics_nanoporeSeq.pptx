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217" autoAdjust="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A137D-B4E6-4838-945D-35F7E14C4F9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397AB-0A6C-470B-945A-D4919048F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7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I listed three tools that I used before. All the three are Perl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397AB-0A6C-470B-945A-D4919048F4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20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B668-A850-4D10-A193-7B9A99812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089E54-67FC-423F-9763-AE4A0290B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E0B1B-B529-419B-B9F4-3F799FD0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2D3F0-5E6A-4DD0-9BC6-091DCF85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C6737-9287-4D7D-8161-6A1927B10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05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43A4-70B7-4888-986B-8F18B9009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7CDD5-A0B6-4C71-BBD3-2FDEC645D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979F6-8F80-4C46-B45D-7674E8C29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AA039-4D5B-4964-AEC5-A5E5FBF3D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D5D7-54C8-4789-A1D9-E89998E9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4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647B6-88AC-4119-81D1-FD97DD9D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7B4D2-C731-4FBF-9899-F8ED56ADA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6F0A2-3E36-450C-B434-E670C928D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89937-2D4F-4286-8BBE-8D80C493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E94ED-4987-4D0F-8EDD-D0C52769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6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F226-3BA8-4579-B327-B2B96750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08AC-5631-4082-B286-28647202D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65B76-74B0-4391-AA34-DD4FE83F7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6C489-45CE-4FE1-AED7-1360464FF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19AE1-20DD-4F4B-B035-B63C7669D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14DDA-2C64-4D33-B06A-791452B22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99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14AE-706E-4C28-A548-E06CA522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0B55B-4A09-496A-8D5F-46ED1099E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2C03D-FA36-4C2D-8F7E-D06FC4403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56CE8-8B2E-49E4-BD9D-F04202460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5A4D86-DD2D-4002-BEC7-13B4B5438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BBDA14-3E80-4BF9-8244-A4D7FAB5C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D2065-59B4-4C28-960E-A60363110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0CFD01-0C03-414E-B49D-5B46859C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53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9E1F-209A-4EA2-B53B-E809827D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ACD35-5B0A-4AFB-A98D-CFABF2026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9A69E-FEF5-43AA-BE67-F19DFA06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CAD68-43B9-481B-A401-6CB4BC78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81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66B1F3-2FBF-4674-8288-C1E4D195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071B89-0340-4172-8669-FF47E5787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95028-674F-4D6D-83C7-5412ABA3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98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217C-953E-4E9E-A31C-63E416A4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0F8EF-4CF5-445F-875B-F3488139A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8119A-2A26-40F8-8485-62BAC7CF3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F1996-A70B-4368-985C-AE0C8F8C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F811D-54B0-44FA-9289-A69D7932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E8AA2-4862-4DED-B905-7B3918240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8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CB6C-C926-43EE-9620-5CF5A239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5F1DD8-41E5-4B42-8795-E847B17A9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11560-54FD-4F36-87CF-755FDC6B2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D8E85-2D47-4ECF-92D3-411CBC025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41DAC-9752-4330-9EC2-304ADEDA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A6356-0BFB-4CE2-B8CF-6F783A65C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6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6A33-4996-44DF-A1BE-4249DD37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2AC29-E1F4-44D1-978D-D96CAEE8C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794AF-E2D1-4629-8205-9DF69B600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BD70C-69F1-475E-B582-C33B07A4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BF2A4-E372-4C82-BF45-3C207E9A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8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34573-3CA5-425D-BF62-300DEC6544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B021F-6960-4A3C-986A-760127931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79562-F5B9-4890-A696-2F079F74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6DC10-5F73-478B-A6F7-FFBEAE57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40539-5515-4F7C-B9F9-32CDCFBEA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13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4134C-1F5B-40FB-BCF9-37129030E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5D096-167B-4FEB-9774-9DE948E56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53070-4D86-4C70-907C-EDF989983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8EB71-BB65-47A3-ABBF-F84FBE90AD07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8B965-6220-4EA0-B210-4886C6F11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80F55-9DE2-4187-BD2E-C7B35704D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264E7-D4D2-480E-B252-2E0605BA3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1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noporetech/pipeline-pinfish-analysi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cb.jhu.edu/software/stringtie/gffcompare.shtml" TargetMode="External"/><Relationship Id="rId4" Type="http://schemas.openxmlformats.org/officeDocument/2006/relationships/hyperlink" Target="https://omictools.com/guppy-too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C889-223A-4689-9CB1-B07DFFCC77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Oxford Nanopore sequencing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1B9BB-031C-4BDA-8F9B-2C4B70FF2F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March 10</a:t>
            </a:r>
            <a:r>
              <a:rPr lang="en-US" baseline="30000" dirty="0"/>
              <a:t>th</a:t>
            </a:r>
            <a:r>
              <a:rPr lang="en-US" dirty="0"/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3359370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DDE1-BF2B-4970-9067-02E98F604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Pipelines of Nanopore mRNA-seq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9B354-5CFA-4D30-9C36-C7E74D463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Transfer fast5 to </a:t>
            </a:r>
            <a:r>
              <a:rPr lang="en-US" dirty="0" err="1"/>
              <a:t>fastq</a:t>
            </a:r>
            <a:endParaRPr lang="en-US" dirty="0"/>
          </a:p>
          <a:p>
            <a:r>
              <a:rPr lang="en-US" dirty="0"/>
              <a:t>Align genome references</a:t>
            </a:r>
          </a:p>
          <a:p>
            <a:r>
              <a:rPr lang="en-US" dirty="0"/>
              <a:t>Retrieve results such read counts, and assembled transcripts</a:t>
            </a:r>
          </a:p>
          <a:p>
            <a:r>
              <a:rPr lang="en-US" dirty="0"/>
              <a:t>Statistics</a:t>
            </a:r>
          </a:p>
        </p:txBody>
      </p:sp>
    </p:spTree>
    <p:extLst>
      <p:ext uri="{BB962C8B-B14F-4D97-AF65-F5344CB8AC3E}">
        <p14:creationId xmlns:p14="http://schemas.microsoft.com/office/powerpoint/2010/main" val="132964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0827-30E0-4F6F-97A3-8EB5914A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analysis of miRNA-seq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C59D7-2AE8-4CFE-BDCC-270FCDBE2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new transcripts</a:t>
            </a:r>
          </a:p>
          <a:p>
            <a:r>
              <a:rPr lang="en-US" dirty="0"/>
              <a:t>Discover transcriptional splicing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249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C777F-7050-493F-89F3-63DEC595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of nanopore mRNA-seq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80BEC-C0A9-44A5-9711-52695B1DD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Evaluate sequencing quality control: QC of single reads</a:t>
            </a:r>
          </a:p>
          <a:p>
            <a:r>
              <a:rPr lang="en-US" dirty="0"/>
              <a:t>Study expression profiles: RNA distribution</a:t>
            </a:r>
          </a:p>
          <a:p>
            <a:r>
              <a:rPr lang="en-US" dirty="0"/>
              <a:t>Pairwise analysis: differential expression analysis</a:t>
            </a:r>
          </a:p>
        </p:txBody>
      </p:sp>
    </p:spTree>
    <p:extLst>
      <p:ext uri="{BB962C8B-B14F-4D97-AF65-F5344CB8AC3E}">
        <p14:creationId xmlns:p14="http://schemas.microsoft.com/office/powerpoint/2010/main" val="463682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7FFB-5AAA-4EC2-BE43-D5D09F7D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Bioinformatics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4B926-4137-4418-AD56-C3EFBB93A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Convert FAST5: albacore, https://omictools.com/albacore-tool</a:t>
            </a:r>
          </a:p>
          <a:p>
            <a:r>
              <a:rPr lang="en-US" dirty="0"/>
              <a:t>Sequence aligner: minimap2, https://www.ncbi.nlm.nih.gov/pubmed/29750242</a:t>
            </a:r>
          </a:p>
          <a:p>
            <a:r>
              <a:rPr lang="en-US" dirty="0"/>
              <a:t>Identify transcripts: pinfish, </a:t>
            </a:r>
            <a:r>
              <a:rPr lang="en-US" dirty="0">
                <a:hlinkClick r:id="rId3"/>
              </a:rPr>
              <a:t>https://github.com/nanoporetech/pipeline-pinfish-analysis</a:t>
            </a:r>
            <a:endParaRPr lang="en-US" dirty="0"/>
          </a:p>
          <a:p>
            <a:r>
              <a:rPr lang="en-US" dirty="0"/>
              <a:t>Demultiplexing: guppy, </a:t>
            </a:r>
            <a:r>
              <a:rPr lang="en-US" dirty="0">
                <a:hlinkClick r:id="rId4"/>
              </a:rPr>
              <a:t>https://omictools.com/guppy-tool</a:t>
            </a:r>
            <a:endParaRPr lang="en-US" dirty="0"/>
          </a:p>
          <a:p>
            <a:r>
              <a:rPr lang="en-US" dirty="0"/>
              <a:t>Quantity transcripts: salmon, https://www.ncbi.nlm.nih.gov/pmc/articles/PMC5600148/</a:t>
            </a:r>
          </a:p>
          <a:p>
            <a:r>
              <a:rPr lang="en-US" dirty="0"/>
              <a:t>Build transcripts: </a:t>
            </a:r>
            <a:r>
              <a:rPr lang="en-US" dirty="0" err="1"/>
              <a:t>gffcompare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https://ccb.jhu.edu/software/stringtie/gffcompare.shtml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310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BE92D-4374-461C-A9F2-0D93A83FA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Python pipeline for Nanopore sequencing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957F9-89E4-4565-BE70-53C65118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55771"/>
            <a:ext cx="10515600" cy="8211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Source code: https://github.com/Tiezhengyuan/python_bioinformatics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1FABC5EA-9C71-41A5-AAAF-C995B7C63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24" r="27072" b="11908"/>
          <a:stretch>
            <a:fillRect/>
          </a:stretch>
        </p:blipFill>
        <p:spPr bwMode="auto">
          <a:xfrm>
            <a:off x="2579914" y="1627450"/>
            <a:ext cx="7352847" cy="3334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9900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754FD-4675-4BFD-BE43-CDDD5D8A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Workflow of cDNAs identification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4FBFF4-AB23-4AED-86B3-A74A8FD7D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99" y="1866465"/>
            <a:ext cx="8026566" cy="442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3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E3209-286C-4168-A8BA-CCB4D024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Workflow of qualification of transcripts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8F6CAF-E75F-460E-9116-CBD3697539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37" r="40065" b="10531"/>
          <a:stretch/>
        </p:blipFill>
        <p:spPr>
          <a:xfrm>
            <a:off x="4386943" y="1690688"/>
            <a:ext cx="4093028" cy="497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295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221</Words>
  <Application>Microsoft Office PowerPoint</Application>
  <PresentationFormat>Widescreen</PresentationFormat>
  <Paragraphs>28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Oxford Nanopore sequencing data analysis</vt:lpstr>
      <vt:lpstr>Pipelines of Nanopore mRNA-seq data analysis</vt:lpstr>
      <vt:lpstr>Functional analysis of miRNA-seq data</vt:lpstr>
      <vt:lpstr>Statistics of nanopore mRNA-seq data</vt:lpstr>
      <vt:lpstr>Bioinformatics tools</vt:lpstr>
      <vt:lpstr>Python pipeline for Nanopore sequencing data</vt:lpstr>
      <vt:lpstr>Workflow of cDNAs identification</vt:lpstr>
      <vt:lpstr>Workflow of qualification of transcripts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Bioinformatics: miRNA-seq data analysis</dc:title>
  <dc:creator>Tiezheng Yuan</dc:creator>
  <cp:lastModifiedBy>Tiezheng Yuan</cp:lastModifiedBy>
  <cp:revision>14</cp:revision>
  <dcterms:created xsi:type="dcterms:W3CDTF">2020-03-10T11:56:55Z</dcterms:created>
  <dcterms:modified xsi:type="dcterms:W3CDTF">2020-03-10T17:28:37Z</dcterms:modified>
</cp:coreProperties>
</file>