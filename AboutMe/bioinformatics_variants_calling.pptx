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3889-ACA8-4B06-917D-08BAB3525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CF17B-C8CA-4485-93B2-969D9BD70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DC037-1832-4FD9-9AC8-30E17A4E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479B0-F7AC-449C-A43E-DEEB1B5E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2A0B4-BEAF-42CC-A95C-D8909717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72D6-C640-42E6-AA4D-619DA9D4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5C453-C069-4DBE-9ABB-6E65BD804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292FA-67C0-4F14-9D72-B5C3D979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A794-B6CC-433C-AEC0-418368FF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E8D78-2D27-4988-A2F0-8A607E10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436E-7560-4ABD-BA93-E3CF4F5A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88129-8418-415A-AAA9-82129996D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E6FE1-120C-4E20-918F-7BD5A2D6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81C1-CA40-48B1-8B63-9EE7DD42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E7EA4-5508-42F8-A925-6648A57E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0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5BF8-D233-4A2A-9C1A-576ED02E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06A2B-AD8B-444F-B161-BEC355E3D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8888E-B55B-4D9B-A31E-031C084F8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BB216-5298-4087-8BBC-446B6B5F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77BCF-226F-4E3A-B3E0-6DBD0BCD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B67C0-5B56-4B45-85F9-2D9BBA69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2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81DA-083F-4992-9695-E2DCF2DB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AF82C-54AC-4AA0-991B-143CEF1C1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76D4B-ED7E-491C-900C-50A397832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4EC5E-9145-4257-A1F8-6C358F25B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5724C-70BE-48B2-8448-AEE749A0A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0998A-3C86-4B43-8F7D-F1D691780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88545-680B-47AD-B967-D4A35D0A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9B80C-6741-43C9-87B2-16B88D2D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3C4B-0F94-4BD9-830F-23CB6739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FDB11-42EC-46B1-BD59-4AA4922B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B0EC3-4975-4D21-9657-CC1B4052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0E08F-6A31-4080-8649-088E23B3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2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7BF91B-6BC3-4B4D-B17E-C20B7985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D90A3-5461-4D8A-9188-E3CF3D13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AB1F3-61B8-4FA8-BAAA-72AD4F64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52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A0F0-8622-4B94-AEE1-AE401E8B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311B4-0728-4F26-BB0C-DA201AB46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F556C-ED47-4337-A16E-BDCFE617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546C6-8D74-46BF-B5B2-1E26D48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EF3B5-948B-4331-90D5-8BA0D0E90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AE303-AE21-4B11-AB1A-CF721DD4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9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9A08A-4030-4E49-AD56-79C0FE66B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B1443-3896-44B5-8235-47EA97991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AD185-59C6-497C-8E96-6B66CC3EA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08C6E-5AD4-4B50-ADDE-6191B477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C9BFD-8B14-421C-A5B3-44E8B5A7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378F4-1C4C-4A23-9C82-F0D10289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2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A2C4-16F9-4F9A-BD1D-EBB1C28D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758C3-B7F6-4C74-9246-923306F89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2B790-426D-4236-AF77-C99BF183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600DE-1066-4296-B0D3-1F61DCBA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26E77-31FA-4B76-855A-B539904F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4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D3AA2-9320-42C6-9802-D80217B69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E0639-829C-4706-867F-8BF88583B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D75AA-8F51-4921-AE9A-9BDA77EC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6AFCC-4E91-4524-811B-63524E59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DD487-0479-4C36-A5FC-42F3DB09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0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96BEF-3E03-417C-B130-665335C3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9A72-9E4F-4AF0-BCFD-D52EE09A3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5AF4A-66DC-4712-B158-64099CB36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20F12-C728-4E0D-8C60-23DDEC11CD0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A3BA8-EB6D-48DC-8707-17915154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0C8B1-48B6-4E24-97FE-A7E704A51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03516-C610-4C0A-A5D3-FC494726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4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amtools.github.io/bcftools/bcftools.html" TargetMode="External"/><Relationship Id="rId2" Type="http://schemas.openxmlformats.org/officeDocument/2006/relationships/hyperlink" Target="http://www.htslib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1297-2091-4D5D-88D8-6676F404A0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Bioinformatics: </a:t>
            </a:r>
            <a:br>
              <a:rPr lang="en-US" dirty="0"/>
            </a:br>
            <a:r>
              <a:rPr lang="en-US" dirty="0"/>
              <a:t>variants calling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A19D6-22BA-4D3A-ACBC-701AFF73D9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10</a:t>
            </a:r>
            <a:r>
              <a:rPr lang="en-US" baseline="30000" dirty="0"/>
              <a:t>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62656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F4EF0-88F9-41CF-B709-B972F9EF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of variants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43EAB-D660-45A5-A64F-DB6E57403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raw data and references</a:t>
            </a:r>
          </a:p>
          <a:p>
            <a:r>
              <a:rPr lang="en-US" dirty="0"/>
              <a:t>Genome mapping</a:t>
            </a:r>
          </a:p>
          <a:p>
            <a:r>
              <a:rPr lang="en-US" dirty="0"/>
              <a:t>Variants calling: SNPs calling</a:t>
            </a:r>
          </a:p>
          <a:p>
            <a:r>
              <a:rPr lang="en-US" dirty="0"/>
              <a:t>Filter out variants</a:t>
            </a:r>
          </a:p>
          <a:p>
            <a:r>
              <a:rPr lang="en-US" dirty="0"/>
              <a:t>Further analysis</a:t>
            </a:r>
          </a:p>
        </p:txBody>
      </p:sp>
    </p:spTree>
    <p:extLst>
      <p:ext uri="{BB962C8B-B14F-4D97-AF65-F5344CB8AC3E}">
        <p14:creationId xmlns:p14="http://schemas.microsoft.com/office/powerpoint/2010/main" val="194966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AEB80-06B0-44DA-A8C0-D0E8AFDA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of SNPs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6734-8D47-461A-AEBB-84B22455B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Aligner: </a:t>
            </a:r>
            <a:br>
              <a:rPr lang="en-US" dirty="0"/>
            </a:br>
            <a:r>
              <a:rPr lang="en-US" dirty="0"/>
              <a:t>BWA or bowtie2 </a:t>
            </a:r>
            <a:r>
              <a:rPr lang="en-US"/>
              <a:t>for whole </a:t>
            </a:r>
            <a:r>
              <a:rPr lang="en-US" dirty="0"/>
              <a:t>exome sequencing</a:t>
            </a:r>
            <a:br>
              <a:rPr lang="en-US" dirty="0"/>
            </a:br>
            <a:r>
              <a:rPr lang="en-US" dirty="0"/>
              <a:t>hisat2 for mRNA-seq</a:t>
            </a:r>
          </a:p>
          <a:p>
            <a:r>
              <a:rPr lang="en-US" dirty="0"/>
              <a:t>Variants calling: </a:t>
            </a:r>
            <a:r>
              <a:rPr lang="en-US" dirty="0" err="1"/>
              <a:t>samtools</a:t>
            </a:r>
            <a:r>
              <a:rPr lang="en-US" dirty="0"/>
              <a:t>, </a:t>
            </a:r>
            <a:r>
              <a:rPr lang="en-US" dirty="0">
                <a:hlinkClick r:id="rId2"/>
              </a:rPr>
              <a:t>http://www.htslib.org/</a:t>
            </a:r>
            <a:endParaRPr lang="en-US" dirty="0"/>
          </a:p>
          <a:p>
            <a:r>
              <a:rPr lang="en-US" dirty="0"/>
              <a:t>Variants filtering: </a:t>
            </a:r>
            <a:r>
              <a:rPr lang="en-US" dirty="0" err="1"/>
              <a:t>bcftools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http://samtools.github.io/bcftools/bcftools.html</a:t>
            </a:r>
            <a:endParaRPr lang="en-US" dirty="0"/>
          </a:p>
          <a:p>
            <a:r>
              <a:rPr lang="en-US" dirty="0"/>
              <a:t>Visualize BAM file: IGV, </a:t>
            </a:r>
          </a:p>
        </p:txBody>
      </p:sp>
    </p:spTree>
    <p:extLst>
      <p:ext uri="{BB962C8B-B14F-4D97-AF65-F5344CB8AC3E}">
        <p14:creationId xmlns:p14="http://schemas.microsoft.com/office/powerpoint/2010/main" val="1083826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87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Bioinformatics:  variants calling</vt:lpstr>
      <vt:lpstr>Workflow of variants calling</vt:lpstr>
      <vt:lpstr>Tools of SNPs calling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Bioinformatics: variants calling</dc:title>
  <dc:creator>Tiezheng Yuan</dc:creator>
  <cp:lastModifiedBy>Tiezheng Yuan</cp:lastModifiedBy>
  <cp:revision>5</cp:revision>
  <dcterms:created xsi:type="dcterms:W3CDTF">2020-03-10T21:46:40Z</dcterms:created>
  <dcterms:modified xsi:type="dcterms:W3CDTF">2020-03-10T22:26:34Z</dcterms:modified>
</cp:coreProperties>
</file>