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19" r:id="rId4"/>
    <p:sldId id="258" r:id="rId5"/>
    <p:sldId id="31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160" autoAdjust="0"/>
  </p:normalViewPr>
  <p:slideViewPr>
    <p:cSldViewPr snapToGrid="0">
      <p:cViewPr varScale="1">
        <p:scale>
          <a:sx n="54" d="100"/>
          <a:sy n="54" d="100"/>
        </p:scale>
        <p:origin x="11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1E9A-D658-4634-A60E-6F30D98FD7BE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EB159-E44C-491E-96B2-BCB546C7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9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is a response to the ability of bioinformatics computing environments required by a qualified bioinformatician.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EB159-E44C-491E-96B2-BCB546C729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5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this company, all computing systems are being transferred to Cloud computing platform. The three outer layers Azure cloud, VDA desktop, and Citrix have been established and fixed. What I should do is to design and build bioinformatics environments at the Linux level. All bioinformatics analysis are categorized into mRNA-seq, miRNA-seq, genome assembly, genome comparison, nanopore sequencing data analysis,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D5DA3-86FE-4BC1-843C-72D2E334350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667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an alternative bioinformatics environment, Docker containers are built. The great advantages of Docker is its portability and maintenance-free. End users could employ bioinformatics tools at their windows desktop without much requirements on Linux knowledge.  My major work is to create a comprehensive image based on a basic image. The key point is to build </a:t>
            </a:r>
            <a:r>
              <a:rPr lang="en-US" dirty="0" err="1"/>
              <a:t>dockerfile</a:t>
            </a:r>
            <a:r>
              <a:rPr lang="en-US" dirty="0"/>
              <a:t>.  End users could directly go into data analysis after creating containers at their Windows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D5DA3-86FE-4BC1-843C-72D2E334350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231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80D8-4B81-4B62-9D43-06B0DE63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2598B-DF42-4DE9-BC55-3806E7430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9E180-407D-4963-AC97-7AFD6FA7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68298-AED8-4A29-86A6-31C4A6FA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C821C-EB65-469F-9947-B7AF6A38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7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56B3-84E4-42C5-B3CE-D8DE6A94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A9FA-0C29-4B59-9DC7-B9F269D80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FB074-B242-4F93-86B3-3A053849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52526-C4AC-41C7-8AE8-CC569AE3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29FE2-EEBB-45A1-A4D6-4CA45DA1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4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FAED-9B4F-417E-8DB0-45BD90FD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C6DA-11D9-42F6-8869-C7B76E2DA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3553-41F8-498F-91A2-D475506FA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664C6-3073-4EE0-B138-256CDE18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1E14-834B-43A4-AE2B-3DF3CEB8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6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BA39-C660-455D-8F2D-DB16F3E8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5B95B-392C-45EA-9E0B-ED0B0D936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5C764-3598-4293-B356-D9D42999C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6A041-6B0D-4433-8A91-38F02B77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789DA-8A7A-4731-9133-C172FC07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E8161-E943-442C-B1F3-5AA2799D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D093-5B7B-48E9-B440-6C352DDD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B292D-E27B-4D01-B41E-3AFD8F468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B6038-5E9A-411F-A80F-72ABBC4E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6E091-0782-4401-B116-8123E7347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78F40-2B26-4F3E-87B8-AFCEC4865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91D16-535F-455A-A615-DB251293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F1049-14D0-4BFB-99DA-94E2DF1D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1D167-E620-47CB-9912-5D6D7A8E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BC0D-8B62-4132-BB37-BF0FEC93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E8605-2CE7-4CEE-A373-DA45E2E8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65FBE-30B9-41F2-9AFE-BFA50474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4E542-177B-4A5D-9696-DC24E4B5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7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65A15-4249-4BEA-A736-AA2BE388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C4B5B-F27B-44C8-A882-3C6FA661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2AE23-86A1-4CC3-89C2-9B78694D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EF05-72D6-4BFB-85C5-0A0BAC38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06C3-2B3C-4C94-8D6B-981234D54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A46D6-8039-433A-8472-476A322B6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5D696-F4F0-435F-A3FE-0DB88744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06782-99AC-4FB3-9C2D-6E35A66C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DFE60-7735-4BA7-BF3C-D3755932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2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C4E0-3F7D-4842-97B6-39543E4A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3BA79-5277-42E3-9B5A-29F4F5CEE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CFC58-EEAA-4C5A-BA6A-164E0D998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14103-8FC6-41E9-9FE0-E7BD71EB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50EAD-8C2C-45A0-86BB-3C7A25018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67111-C45A-4502-89D5-5CDA2F7B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6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A717-8B72-44DC-8738-7047AE82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6AE14-1A1C-47A3-9411-93C330117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2EA7C-A844-4A6A-AB6D-93277287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7AD79-FA5D-49AD-9EA4-ECEB91BA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88EDB-9403-48FE-898E-C0100E1B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3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88A49-7755-4B24-8603-D377B4C76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7554E-9B66-438B-B4BD-E8749D5CB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7DB36-1F3D-4CB0-A59A-2A152BA1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1839D-AE4F-44BA-8CF1-774916C1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C8159-6C46-466E-A05C-392EE2E5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58350-815B-408C-A283-E16A28C4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C4299-6DB7-4961-8FC2-4B4C7E14E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55F02-1E25-48A6-94D3-3704A8A67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D8A79-4A15-4B95-A533-D1C9543EE7DC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C4E2-8885-48FC-9EB8-DB6E1A06C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B13AB-621D-487C-AF08-587786FE1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33AF9-065F-42B2-933A-3713303BE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8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FDDF-A520-476D-BFA5-88DDFD7578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Bioinformatics Computing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A5000-7482-4975-B9EB-490245BADF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March 9</a:t>
            </a:r>
            <a:r>
              <a:rPr lang="en-US" baseline="30000" dirty="0"/>
              <a:t>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21488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D78E-7842-4FC8-AC81-E139E4C0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with bioinformatics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AC19D-19D8-4B63-81D6-F4BF66DD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bioinformatics running environments.</a:t>
            </a:r>
          </a:p>
          <a:p>
            <a:r>
              <a:rPr lang="en-US" dirty="0"/>
              <a:t>Build Docker containers.</a:t>
            </a:r>
          </a:p>
        </p:txBody>
      </p:sp>
    </p:spTree>
    <p:extLst>
      <p:ext uri="{BB962C8B-B14F-4D97-AF65-F5344CB8AC3E}">
        <p14:creationId xmlns:p14="http://schemas.microsoft.com/office/powerpoint/2010/main" val="212321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9E03-CE32-49E0-B317-7932A08A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Build Bioinformatics Environments </a:t>
            </a:r>
            <a:br>
              <a:rPr lang="en-US" dirty="0"/>
            </a:br>
            <a:r>
              <a:rPr lang="en-US" dirty="0"/>
              <a:t>at Cloud Computing Platform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11BE2-485C-42EE-96CE-59585F290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788" y="1912066"/>
            <a:ext cx="9144000" cy="467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7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DA64-A3A3-4529-8467-A06D0570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344805"/>
            <a:ext cx="4008120" cy="2489835"/>
          </a:xfrm>
        </p:spPr>
        <p:txBody>
          <a:bodyPr>
            <a:normAutofit/>
          </a:bodyPr>
          <a:lstStyle/>
          <a:p>
            <a:r>
              <a:rPr lang="en-US" dirty="0"/>
              <a:t>Bash script for testing software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6352-0009-4EDB-84C5-5B9747515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356" y="4775201"/>
            <a:ext cx="4262120" cy="15948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Source code: https://github.com/Tiezhengyuan/single_pipeline/blob/master/ShellScripts/yuan_version.sh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3F237-C2CA-4776-9FA9-6BEB8D337F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17" t="26328" r="30500" b="4454"/>
          <a:stretch/>
        </p:blipFill>
        <p:spPr>
          <a:xfrm>
            <a:off x="4922951" y="192167"/>
            <a:ext cx="7116649" cy="647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2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AA42-960D-426A-B6F3-7B30D28C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7F76B-5B84-40CD-BAFB-9A2C987B7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456" y="1844825"/>
            <a:ext cx="7615089" cy="456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7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E8264-DEA9-4A33-A53F-D68D64C2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Dockerfile</a:t>
            </a:r>
            <a:r>
              <a:rPr lang="en-US" dirty="0"/>
              <a:t> and Build Docker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1786C-2F60-4782-9778-17C18CB49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88615"/>
          </a:xfrm>
        </p:spPr>
        <p:txBody>
          <a:bodyPr/>
          <a:lstStyle/>
          <a:p>
            <a:r>
              <a:rPr lang="en-US" dirty="0"/>
              <a:t>The key point for applying docker is to create a </a:t>
            </a:r>
            <a:r>
              <a:rPr lang="en-US" dirty="0" err="1"/>
              <a:t>dockerfile</a:t>
            </a:r>
            <a:r>
              <a:rPr lang="en-US" dirty="0"/>
              <a:t> and build docker image based on the </a:t>
            </a:r>
            <a:r>
              <a:rPr lang="en-US" dirty="0" err="1"/>
              <a:t>dockerfile</a:t>
            </a:r>
            <a:r>
              <a:rPr lang="en-US" dirty="0"/>
              <a:t>.</a:t>
            </a:r>
          </a:p>
          <a:p>
            <a:r>
              <a:rPr lang="en-US" dirty="0"/>
              <a:t>In my </a:t>
            </a:r>
            <a:r>
              <a:rPr lang="en-US" dirty="0" err="1"/>
              <a:t>github</a:t>
            </a:r>
            <a:r>
              <a:rPr lang="en-US" dirty="0"/>
              <a:t>, I uploaded some </a:t>
            </a:r>
            <a:r>
              <a:rPr lang="en-US" dirty="0" err="1"/>
              <a:t>dockerfiles</a:t>
            </a:r>
            <a:r>
              <a:rPr lang="en-US" dirty="0"/>
              <a:t> and docker image for bioinformatics analysis.</a:t>
            </a:r>
          </a:p>
        </p:txBody>
      </p:sp>
    </p:spTree>
    <p:extLst>
      <p:ext uri="{BB962C8B-B14F-4D97-AF65-F5344CB8AC3E}">
        <p14:creationId xmlns:p14="http://schemas.microsoft.com/office/powerpoint/2010/main" val="3728091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278</Words>
  <Application>Microsoft Office PowerPoint</Application>
  <PresentationFormat>Widescreen</PresentationFormat>
  <Paragraphs>19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Bioinformatics Computing Environments</vt:lpstr>
      <vt:lpstr>Work with bioinformatics environments</vt:lpstr>
      <vt:lpstr>Build Bioinformatics Environments  at Cloud Computing Platform</vt:lpstr>
      <vt:lpstr>Bash script for testing software installation</vt:lpstr>
      <vt:lpstr>Docker Containers</vt:lpstr>
      <vt:lpstr>Create Dockerfile and Build Docker Image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Computing Environments</dc:title>
  <dc:creator>Tiezheng Yuan</dc:creator>
  <cp:lastModifiedBy>Tiezheng Yuan</cp:lastModifiedBy>
  <cp:revision>5</cp:revision>
  <dcterms:created xsi:type="dcterms:W3CDTF">2020-03-09T17:57:05Z</dcterms:created>
  <dcterms:modified xsi:type="dcterms:W3CDTF">2020-03-09T19:05:12Z</dcterms:modified>
</cp:coreProperties>
</file>