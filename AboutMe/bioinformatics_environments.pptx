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19" r:id="rId4"/>
    <p:sldId id="258" r:id="rId5"/>
    <p:sldId id="318" r:id="rId6"/>
    <p:sldId id="259" r:id="rId7"/>
    <p:sldId id="32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160" autoAdjust="0"/>
  </p:normalViewPr>
  <p:slideViewPr>
    <p:cSldViewPr snapToGrid="0">
      <p:cViewPr varScale="1">
        <p:scale>
          <a:sx n="54" d="100"/>
          <a:sy n="54" d="100"/>
        </p:scale>
        <p:origin x="112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481E9A-D658-4634-A60E-6F30D98FD7BE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EEB159-E44C-491E-96B2-BCB546C729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693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presentation is a response to the ability of bioinformatics computing environments required by a qualified bioinformatician.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EEB159-E44C-491E-96B2-BCB546C7290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950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this company, all computing systems are being transferred to Cloud computing platform. The three outer layers Azure cloud, VDA desktop, and Citrix have been established and fixed. What I should do is to design and build bioinformatics environments at the Linux level. All bioinformatics analysis are categorized into mRNA-seq, miRNA-seq, genome assembly, genome comparison, nanopore sequencing data analysis, and so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6D5DA3-86FE-4BC1-843C-72D2E334350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26671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 alternative bioinformatics environment, Docker containers are built. The great advantages of Docker is its portability and maintenance-free. End users could employ bioinformatics tools at their windows desktop without much requirements on Linux knowledge.  My major work is to create a comprehensive image based on a basic image. The key point is to build </a:t>
            </a:r>
            <a:r>
              <a:rPr lang="en-US" dirty="0" err="1"/>
              <a:t>dockerfile</a:t>
            </a:r>
            <a:r>
              <a:rPr lang="en-US" dirty="0"/>
              <a:t>.  End users could directly go into data analysis after creating containers at their Windows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6D5DA3-86FE-4BC1-843C-72D2E334350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6231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780D8-4B81-4B62-9D43-06B0DE636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22598B-DF42-4DE9-BC55-3806E74304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9E180-407D-4963-AC97-7AFD6FA76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68298-AED8-4A29-86A6-31C4A6FAD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C821C-EB65-469F-9947-B7AF6A386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871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56B3-84E4-42C5-B3CE-D8DE6A941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A9FA-0C29-4B59-9DC7-B9F269D80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FB074-B242-4F93-86B3-3A053849B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52526-C4AC-41C7-8AE8-CC569AE3E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29FE2-EEBB-45A1-A4D6-4CA45DA13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43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4FAED-9B4F-417E-8DB0-45BD90FD2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9C6DA-11D9-42F6-8869-C7B76E2DA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53553-41F8-498F-91A2-D475506FA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664C6-3073-4EE0-B138-256CDE188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71E14-834B-43A4-AE2B-3DF3CEB8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460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9BA39-C660-455D-8F2D-DB16F3E8E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5B95B-392C-45EA-9E0B-ED0B0D9360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5C764-3598-4293-B356-D9D42999C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6A041-6B0D-4433-8A91-38F02B77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789DA-8A7A-4731-9133-C172FC077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6E8161-E943-442C-B1F3-5AA2799D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2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DD093-5B7B-48E9-B440-6C352DDD2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8B292D-E27B-4D01-B41E-3AFD8F468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B6038-5E9A-411F-A80F-72ABBC4E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6E091-0782-4401-B116-8123E73474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378F40-2B26-4F3E-87B8-AFCEC4865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91D16-535F-455A-A615-DB2512939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9F1049-14D0-4BFB-99DA-94E2DF1D0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1D167-E620-47CB-9912-5D6D7A8E2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58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DBC0D-8B62-4132-BB37-BF0FEC932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E8605-2CE7-4CEE-A373-DA45E2E8D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365FBE-30B9-41F2-9AFE-BFA504742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4E542-177B-4A5D-9696-DC24E4B5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67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165A15-4249-4BEA-A736-AA2BE388A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7C4B5B-F27B-44C8-A882-3C6FA661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2AE23-86A1-4CC3-89C2-9B78694D9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152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BEF05-72D6-4BFB-85C5-0A0BAC38E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006C3-2B3C-4C94-8D6B-981234D54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A46D6-8039-433A-8472-476A322B6E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45D696-F4F0-435F-A3FE-0DB88744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606782-99AC-4FB3-9C2D-6E35A66C2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DFE60-7735-4BA7-BF3C-D3755932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320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BC4E0-3F7D-4842-97B6-39543E4AC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43BA79-5277-42E3-9B5A-29F4F5CEEE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1CFC58-EEAA-4C5A-BA6A-164E0D998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B14103-8FC6-41E9-9FE0-E7BD71EB8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50EAD-8C2C-45A0-86BB-3C7A25018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67111-C45A-4502-89D5-5CDA2F7B3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063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9A717-8B72-44DC-8738-7047AE82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B6AE14-1A1C-47A3-9411-93C330117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2EA7C-A844-4A6A-AB6D-932772876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27AD79-FA5D-49AD-9EA4-ECEB91BA6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88EDB-9403-48FE-898E-C0100E1B8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239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988A49-7755-4B24-8603-D377B4C76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97554E-9B66-438B-B4BD-E8749D5CB1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7DB36-1F3D-4CB0-A59A-2A152BA1A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1839D-AE4F-44BA-8CF1-774916C13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C8159-6C46-466E-A05C-392EE2E57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F58350-815B-408C-A283-E16A28C46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C4299-6DB7-4961-8FC2-4B4C7E14E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55F02-1E25-48A6-94D3-3704A8A67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D8A79-4A15-4B95-A533-D1C9543EE7DC}" type="datetimeFigureOut">
              <a:rPr lang="en-US" smtClean="0"/>
              <a:t>3/12/2020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8C4E2-8885-48FC-9EB8-DB6E1A06C6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B13AB-621D-487C-AF08-587786FE1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C33AF9-065F-42B2-933A-3713303BE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8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2FDDF-A520-476D-BFA5-88DDFD7578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Bioinformatics Computing Environments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2A5000-7482-4975-B9EB-490245BADF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Tiezheng Yuan</a:t>
            </a:r>
          </a:p>
          <a:p>
            <a:r>
              <a:rPr lang="en-US" dirty="0"/>
              <a:t>March 9</a:t>
            </a:r>
            <a:r>
              <a:rPr lang="en-US" baseline="30000" dirty="0"/>
              <a:t>th</a:t>
            </a:r>
            <a:r>
              <a:rPr lang="en-US" dirty="0"/>
              <a:t>, 2020</a:t>
            </a:r>
          </a:p>
        </p:txBody>
      </p:sp>
    </p:spTree>
    <p:extLst>
      <p:ext uri="{BB962C8B-B14F-4D97-AF65-F5344CB8AC3E}">
        <p14:creationId xmlns:p14="http://schemas.microsoft.com/office/powerpoint/2010/main" val="214888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FD78E-7842-4FC8-AC81-E139E4C07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with bioinformatics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AC19D-19D8-4B63-81D6-F4BF66DDC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bioinformatics running environments.</a:t>
            </a:r>
          </a:p>
          <a:p>
            <a:r>
              <a:rPr lang="en-US" dirty="0"/>
              <a:t>Build Docker containers.</a:t>
            </a:r>
          </a:p>
        </p:txBody>
      </p:sp>
    </p:spTree>
    <p:extLst>
      <p:ext uri="{BB962C8B-B14F-4D97-AF65-F5344CB8AC3E}">
        <p14:creationId xmlns:p14="http://schemas.microsoft.com/office/powerpoint/2010/main" val="2123218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E9E03-CE32-49E0-B317-7932A08A2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Build Bioinformatics Environments </a:t>
            </a:r>
            <a:br>
              <a:rPr lang="en-US" dirty="0"/>
            </a:br>
            <a:r>
              <a:rPr lang="en-US" dirty="0"/>
              <a:t>at Cloud Computing Platform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E11BE2-485C-42EE-96CE-59585F290F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788" y="1912066"/>
            <a:ext cx="9144000" cy="467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74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2DA64-A3A3-4529-8467-A06D05707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344805"/>
            <a:ext cx="4008120" cy="2489835"/>
          </a:xfrm>
        </p:spPr>
        <p:txBody>
          <a:bodyPr>
            <a:normAutofit/>
          </a:bodyPr>
          <a:lstStyle/>
          <a:p>
            <a:r>
              <a:rPr lang="en-US" dirty="0"/>
              <a:t>Bash script for testing software 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A6352-0009-4EDB-84C5-5B9747515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356" y="4775201"/>
            <a:ext cx="4262120" cy="159480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 code: https://github.com/Tiezhengyuan/single_pipeline/blob/master/ShellScripts/yuan_version.sh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D3F237-C2CA-4776-9FA9-6BEB8D337F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917" t="26328" r="30500" b="4454"/>
          <a:stretch/>
        </p:blipFill>
        <p:spPr>
          <a:xfrm>
            <a:off x="4922951" y="192167"/>
            <a:ext cx="7116649" cy="647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025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AAA42-960D-426A-B6F3-7B30D28C7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7F76B-5B84-40CD-BAFB-9A2C987B7B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456" y="1844825"/>
            <a:ext cx="7615089" cy="456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70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8264-DEA9-4A33-A53F-D68D64C2E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Dockerfile</a:t>
            </a:r>
            <a:r>
              <a:rPr lang="en-US" dirty="0"/>
              <a:t> and Build Docker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1786C-2F60-4782-9778-17C18CB49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8297"/>
          </a:xfrm>
        </p:spPr>
        <p:txBody>
          <a:bodyPr>
            <a:normAutofit/>
          </a:bodyPr>
          <a:lstStyle/>
          <a:p>
            <a:r>
              <a:rPr lang="en-US" dirty="0"/>
              <a:t>The key point for applying docker is to create a </a:t>
            </a:r>
            <a:r>
              <a:rPr lang="en-US" dirty="0" err="1"/>
              <a:t>dockerfile</a:t>
            </a:r>
            <a:r>
              <a:rPr lang="en-US" dirty="0"/>
              <a:t> and build docker image based on the </a:t>
            </a:r>
            <a:r>
              <a:rPr lang="en-US" dirty="0" err="1"/>
              <a:t>dockerfile</a:t>
            </a:r>
            <a:r>
              <a:rPr lang="en-US" dirty="0"/>
              <a:t>.</a:t>
            </a:r>
          </a:p>
          <a:p>
            <a:r>
              <a:rPr lang="en-US" dirty="0"/>
              <a:t>In my </a:t>
            </a:r>
            <a:r>
              <a:rPr lang="en-US" dirty="0" err="1"/>
              <a:t>github</a:t>
            </a:r>
            <a:r>
              <a:rPr lang="en-US" dirty="0"/>
              <a:t>, I uploaded some </a:t>
            </a:r>
            <a:r>
              <a:rPr lang="en-US" dirty="0" err="1"/>
              <a:t>dockerfiles</a:t>
            </a:r>
            <a:r>
              <a:rPr lang="en-US" dirty="0"/>
              <a:t> and docker image for bioinformatics analysis.</a:t>
            </a:r>
          </a:p>
          <a:p>
            <a:r>
              <a:rPr lang="en-US" dirty="0"/>
              <a:t>Some </a:t>
            </a:r>
            <a:r>
              <a:rPr lang="en-US" dirty="0" err="1"/>
              <a:t>Dockerfiles</a:t>
            </a:r>
            <a:r>
              <a:rPr lang="en-US" dirty="0"/>
              <a:t> that I created for </a:t>
            </a:r>
            <a:r>
              <a:rPr lang="en-US" dirty="0" err="1"/>
              <a:t>presenation</a:t>
            </a:r>
            <a:r>
              <a:rPr lang="en-US" dirty="0"/>
              <a:t>: https://github.com/Tiezhengyuan/Dockers_NextFlow/tree/master/docker</a:t>
            </a:r>
          </a:p>
        </p:txBody>
      </p:sp>
    </p:spTree>
    <p:extLst>
      <p:ext uri="{BB962C8B-B14F-4D97-AF65-F5344CB8AC3E}">
        <p14:creationId xmlns:p14="http://schemas.microsoft.com/office/powerpoint/2010/main" val="372809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1416D-4B3E-44BA-A802-AD0A62C1C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2AA65-CA65-4770-92BE-050A253DE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terms of creating *.</a:t>
            </a:r>
            <a:r>
              <a:rPr lang="en-US" dirty="0" err="1"/>
              <a:t>nf</a:t>
            </a:r>
            <a:r>
              <a:rPr lang="en-US" dirty="0"/>
              <a:t> files, some example for uniting testing are presented at my </a:t>
            </a:r>
            <a:r>
              <a:rPr lang="en-US" dirty="0" err="1"/>
              <a:t>github</a:t>
            </a:r>
            <a:r>
              <a:rPr lang="en-US"/>
              <a:t>: https://github.com/Tiezhengyuan/Dockers_NextFlow/tree/master/nextflow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603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340</Words>
  <Application>Microsoft Office PowerPoint</Application>
  <PresentationFormat>Widescreen</PresentationFormat>
  <Paragraphs>22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Bioinformatics Computing Environments</vt:lpstr>
      <vt:lpstr>Work with bioinformatics environments</vt:lpstr>
      <vt:lpstr>Build Bioinformatics Environments  at Cloud Computing Platform</vt:lpstr>
      <vt:lpstr>Bash script for testing software installation</vt:lpstr>
      <vt:lpstr>Docker Containers</vt:lpstr>
      <vt:lpstr>Create Dockerfile and Build Docker Image</vt:lpstr>
      <vt:lpstr>Nextflow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Bioinformatics Computing Environments</dc:title>
  <dc:creator>Tiezheng Yuan</dc:creator>
  <cp:lastModifiedBy>Tiezheng Yuan</cp:lastModifiedBy>
  <cp:revision>6</cp:revision>
  <dcterms:created xsi:type="dcterms:W3CDTF">2020-03-09T17:57:05Z</dcterms:created>
  <dcterms:modified xsi:type="dcterms:W3CDTF">2020-03-13T00:17:03Z</dcterms:modified>
</cp:coreProperties>
</file>