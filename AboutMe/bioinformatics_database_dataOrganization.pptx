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59" r:id="rId6"/>
    <p:sldId id="267" r:id="rId7"/>
    <p:sldId id="260" r:id="rId8"/>
    <p:sldId id="261" r:id="rId9"/>
    <p:sldId id="262" r:id="rId10"/>
    <p:sldId id="268" r:id="rId11"/>
    <p:sldId id="263" r:id="rId12"/>
    <p:sldId id="269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282" autoAdjust="0"/>
  </p:normalViewPr>
  <p:slideViewPr>
    <p:cSldViewPr snapToGrid="0">
      <p:cViewPr varScale="1">
        <p:scale>
          <a:sx n="60" d="100"/>
          <a:sy n="60" d="100"/>
        </p:scale>
        <p:origin x="8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7CED0-EDD7-4CE2-9DE8-7B25A7B116ED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E8B2A-254E-4E11-8805-00554F079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23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presentation is a response to the ability of biological sources including database and tools required by qualified bioinformatician.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E8B2A-254E-4E11-8805-00554F0792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97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employ Perl scripting to extract sequences and annotations for those databases.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E8B2A-254E-4E11-8805-00554F0792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66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shows how I extract sequences and their annotations by accession number from various database including </a:t>
            </a:r>
            <a:r>
              <a:rPr lang="en-US" dirty="0" err="1"/>
              <a:t>GenBrank</a:t>
            </a:r>
            <a:r>
              <a:rPr lang="en-US" dirty="0"/>
              <a:t>, </a:t>
            </a:r>
            <a:r>
              <a:rPr lang="en-US" dirty="0" err="1"/>
              <a:t>UniProt</a:t>
            </a:r>
            <a:r>
              <a:rPr lang="en-US" dirty="0"/>
              <a:t>, </a:t>
            </a:r>
            <a:r>
              <a:rPr lang="en-US" dirty="0" err="1"/>
              <a:t>ProMotifs</a:t>
            </a:r>
            <a:r>
              <a:rPr lang="en-US" dirty="0"/>
              <a:t>, </a:t>
            </a:r>
            <a:r>
              <a:rPr lang="en-US" dirty="0" err="1"/>
              <a:t>EntrezGene</a:t>
            </a:r>
            <a:r>
              <a:rPr lang="en-US" dirty="0"/>
              <a:t>, and </a:t>
            </a:r>
            <a:r>
              <a:rPr lang="en-US" dirty="0" err="1"/>
              <a:t>RefGenome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E8B2A-254E-4E11-8805-00554F0792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79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mainly employ either of them to download genome and view annotations.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E8B2A-254E-4E11-8805-00554F0792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74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example, I show how I employ python scripting to download genome sequences from NCBI and </a:t>
            </a:r>
            <a:r>
              <a:rPr lang="en-US" dirty="0" err="1"/>
              <a:t>Ensembl</a:t>
            </a:r>
            <a:r>
              <a:rPr lang="en-US" dirty="0"/>
              <a:t> for RNA-seq data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E8B2A-254E-4E11-8805-00554F0792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89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employed those database and tools embedded for functional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E8B2A-254E-4E11-8805-00554F0792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08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example, I show how I employ python scripting to match genome sequences between </a:t>
            </a:r>
            <a:r>
              <a:rPr lang="en-US" dirty="0" err="1"/>
              <a:t>fasta</a:t>
            </a:r>
            <a:r>
              <a:rPr lang="en-US" dirty="0"/>
              <a:t> and </a:t>
            </a:r>
            <a:r>
              <a:rPr lang="en-US" dirty="0" err="1"/>
              <a:t>gtf</a:t>
            </a:r>
            <a:r>
              <a:rPr lang="en-US" dirty="0"/>
              <a:t> file format for RNA-seq data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E8B2A-254E-4E11-8805-00554F0792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95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example, I shows how I employ </a:t>
            </a:r>
            <a:r>
              <a:rPr lang="en-US" dirty="0" err="1"/>
              <a:t>bioperl</a:t>
            </a:r>
            <a:r>
              <a:rPr lang="en-US" dirty="0"/>
              <a:t> to retrieve genome annotations from GBK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E8B2A-254E-4E11-8805-00554F0792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869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example, I shows how I employ </a:t>
            </a:r>
            <a:r>
              <a:rPr lang="en-US" dirty="0" err="1"/>
              <a:t>bioperl</a:t>
            </a:r>
            <a:r>
              <a:rPr lang="en-US" dirty="0"/>
              <a:t> to analyze micro-RNAs downloaded from </a:t>
            </a:r>
            <a:r>
              <a:rPr lang="en-US" dirty="0" err="1"/>
              <a:t>miRBase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E8B2A-254E-4E11-8805-00554F0792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658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C94F7-28CB-4967-A94B-384B5B143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6B933D-BB1F-48B7-BB7B-C0E11F062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4C188-5AED-42FD-9109-B5485AB6F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0DCA-8007-42B8-929D-EC269179620F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BD3F8-3F6F-42B8-B68E-BB40E3E10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42981-C218-4B6E-B9C8-979D4A8B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A77C-812E-4A10-9E28-C8D6A6B0F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60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EF342-5752-423A-9ECD-783E39B70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226F0-7FD6-42EA-9CC9-2CDAACCB8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EEA92-794E-4D85-930C-8506515BF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0DCA-8007-42B8-929D-EC269179620F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322C4-A3D9-44FC-9EDD-124BBAD2B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CC62D-CB06-4C6D-8D81-AA042EE7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A77C-812E-4A10-9E28-C8D6A6B0F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8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0623-F839-41A0-B560-095731D11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EB08D-DAF1-4B5D-8F2B-F83196A19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24AE7-AC9D-4B03-92B3-750ABF2D4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0DCA-8007-42B8-929D-EC269179620F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32208-917F-4F1D-A699-EB91B7B62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717CA-3939-47D0-ACE9-4BD89F35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A77C-812E-4A10-9E28-C8D6A6B0F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456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14666-0FA7-4E52-AE3A-C26700E98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252FF-D987-4D24-A21D-DE56559C6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BDD3-8FE3-40E9-80FC-157D404CF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02259-3950-47C9-99AA-C3086CB05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0DCA-8007-42B8-929D-EC269179620F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A86B5-A2D8-4777-AF89-B879E624C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BFE37-2F8F-4916-9111-C17D397BC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A77C-812E-4A10-9E28-C8D6A6B0F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34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F3A8-2408-4906-88E2-8E0CB8C0B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D8CA6-D231-4951-B605-83F9EF3D0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BF520-78E4-4C29-8961-4D66B787C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C1D20C-680D-43EB-A09C-051E4394C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944E06-8BF9-4970-BC6A-335EAD37F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2B4431-DF37-442A-B4AE-AB213C7A7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0DCA-8007-42B8-929D-EC269179620F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BD9AE1-FC3C-41CB-99B8-9E3D01DE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702DC-7557-4768-9F07-2CAB1F917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A77C-812E-4A10-9E28-C8D6A6B0F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27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64E7-94B9-46A4-90CE-73198B929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E7397E-C148-4631-983C-42612BC46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0DCA-8007-42B8-929D-EC269179620F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A01C27-CE7F-4A3A-83EA-30F1C4E71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6055E-33B4-4D84-9696-171B50CB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A77C-812E-4A10-9E28-C8D6A6B0F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71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CC21C-66D9-4BA0-B9BD-12A73A35F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0DCA-8007-42B8-929D-EC269179620F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0727C-ED19-4DCF-BB2D-AA4BE743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17730-1852-4D81-A38A-F72D1E4C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A77C-812E-4A10-9E28-C8D6A6B0F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93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A8BE-5442-45D7-B055-E95538BEE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82572-14C9-4753-9F4F-2A7EC0F5B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CDD36-0E5A-43D8-9A9E-0D4CD3582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73DD2-6F32-4DE5-9897-C2C5FF6E6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0DCA-8007-42B8-929D-EC269179620F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79EB9-5643-41DC-9146-682EBFCAF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D5934-125A-4021-AF21-C8BEA05E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A77C-812E-4A10-9E28-C8D6A6B0F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55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C5E9-8230-4E12-B4C4-F184C96A8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3A555B-80CF-48FD-92F9-FD385C172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D9565-72F7-4A68-BF83-6D12853D9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AA945-53E1-45A8-B525-F9D6EE614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0DCA-8007-42B8-929D-EC269179620F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20347-5274-44C6-81D9-01EBB7F02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D5D0F-B5C9-42CC-94D2-7C688B057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A77C-812E-4A10-9E28-C8D6A6B0F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71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90627-68A2-4FB7-9DA0-2EF375F2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E9E01B-6EA3-46D4-80CE-4D8C69969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16590-66F8-466F-8B52-067868B51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0DCA-8007-42B8-929D-EC269179620F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862D0-B9D6-4298-BFD4-12514DA6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F1112-BEE7-48EA-837F-ED4B2CCB7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A77C-812E-4A10-9E28-C8D6A6B0F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59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B2EF9B-75A9-464D-BF06-131ABA9A2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CFE05A-CF9D-4C8F-809A-45EA73BAE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F8720-DC52-4903-984C-96387084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0DCA-8007-42B8-929D-EC269179620F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E25F9-F965-41CD-86DD-8A662855F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4B6F1-3DEB-4377-AF73-4126B8104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A77C-812E-4A10-9E28-C8D6A6B0F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11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8C4A5C-E27D-4628-8060-3E21EBE2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24DEC-B788-40A5-ADE5-A4F7499A9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6C74C-F832-488A-9E58-32AB43184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E0DCA-8007-42B8-929D-EC269179620F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727A8-AAEC-4889-8AFF-06D5013C59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B4C29-C4FE-4712-BB12-5950A2E4F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FA77C-812E-4A10-9E28-C8D6A6B0F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3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cbi.nlm.nih.gov/entrez/query.fcgi?db=gen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55F9A-37E5-4758-BCA4-B722CD2EEE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Bioinformatics Database and Data Organization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1C1BB-C2E9-4CAA-8490-3CA5B1F9DE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March 9th, 2020</a:t>
            </a:r>
          </a:p>
        </p:txBody>
      </p:sp>
    </p:spTree>
    <p:extLst>
      <p:ext uri="{BB962C8B-B14F-4D97-AF65-F5344CB8AC3E}">
        <p14:creationId xmlns:p14="http://schemas.microsoft.com/office/powerpoint/2010/main" val="3269930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D62F-03B3-433A-B527-A5DF0D7B7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4C512-9280-4B1D-B221-C12DC39BC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practice in using bioinformatics public database.</a:t>
            </a:r>
          </a:p>
          <a:p>
            <a:r>
              <a:rPr lang="en-US" dirty="0"/>
              <a:t>Organize bioinformatics data facilitating further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1426775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EAEC2-CE7D-4898-8F38-7AB85C1AA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04F72-87FA-45DF-9C7D-AC3160584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GenBank: https://www.ncbi.nlm.nih.gov/genbank/</a:t>
            </a:r>
          </a:p>
          <a:p>
            <a:r>
              <a:rPr lang="en-US" dirty="0" err="1"/>
              <a:t>UniProt</a:t>
            </a:r>
            <a:r>
              <a:rPr lang="en-US" dirty="0"/>
              <a:t>/</a:t>
            </a:r>
            <a:r>
              <a:rPr lang="en-US" dirty="0" err="1"/>
              <a:t>SwissProt</a:t>
            </a:r>
            <a:r>
              <a:rPr lang="en-US" dirty="0"/>
              <a:t>: https://www.uniprot.org/</a:t>
            </a:r>
          </a:p>
          <a:p>
            <a:r>
              <a:rPr lang="en-US" dirty="0"/>
              <a:t>Entrez Gene: </a:t>
            </a:r>
            <a:r>
              <a:rPr lang="en-US" dirty="0">
                <a:hlinkClick r:id="rId3"/>
              </a:rPr>
              <a:t>www.ncbi.nlm.nih.gov/entrez/query.fcgi?db=gene</a:t>
            </a:r>
            <a:endParaRPr lang="en-US" dirty="0"/>
          </a:p>
          <a:p>
            <a:r>
              <a:rPr lang="en-US" dirty="0" err="1"/>
              <a:t>Pfam</a:t>
            </a:r>
            <a:r>
              <a:rPr lang="en-US" dirty="0"/>
              <a:t>: https://pfam.xfam.org/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549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CA65-CA15-4DB4-B8A3-7DB57766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777" y="386391"/>
            <a:ext cx="4990214" cy="3239312"/>
          </a:xfrm>
        </p:spPr>
        <p:txBody>
          <a:bodyPr>
            <a:normAutofit/>
          </a:bodyPr>
          <a:lstStyle/>
          <a:p>
            <a:r>
              <a:rPr lang="en-US" dirty="0"/>
              <a:t>Retrieve sequences from database using Bio-Perl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5898E-695D-4BEC-90AE-A37D1F51C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11972"/>
            <a:ext cx="6379535" cy="96700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Source code: https://github.com/Tiezhengyuan/single_pipeline/blob/master/Perl/bioTreat_refseq.pl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1AE67-F89F-49F7-B227-E67D5B0D5A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221" t="24900" r="48198" b="4134"/>
          <a:stretch/>
        </p:blipFill>
        <p:spPr>
          <a:xfrm>
            <a:off x="7495953" y="0"/>
            <a:ext cx="4072270" cy="748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22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F509C-57ED-469E-A1D2-2AA87AB06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Genome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81ABA-7C4D-4C96-88A7-01764929B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NCBI genome browser and its FTP: https://www.ncbi.nlm.nih.gov/genome/</a:t>
            </a:r>
          </a:p>
          <a:p>
            <a:r>
              <a:rPr lang="en-US" dirty="0" err="1"/>
              <a:t>Ensembl</a:t>
            </a:r>
            <a:r>
              <a:rPr lang="en-US" dirty="0"/>
              <a:t> genome browser and its FTP: https://useast.ensembl.org/index.html</a:t>
            </a:r>
          </a:p>
        </p:txBody>
      </p:sp>
    </p:spTree>
    <p:extLst>
      <p:ext uri="{BB962C8B-B14F-4D97-AF65-F5344CB8AC3E}">
        <p14:creationId xmlns:p14="http://schemas.microsoft.com/office/powerpoint/2010/main" val="1480702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6B65-C6AA-4844-8563-FA00CFE56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777" y="290697"/>
            <a:ext cx="3351028" cy="2697052"/>
          </a:xfrm>
        </p:spPr>
        <p:txBody>
          <a:bodyPr>
            <a:normAutofit/>
          </a:bodyPr>
          <a:lstStyle/>
          <a:p>
            <a:r>
              <a:rPr lang="en-US" dirty="0"/>
              <a:t>Retrieve genome for FTP site using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1336C-E1A5-48C5-B63A-E38584BBA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777" y="4345541"/>
            <a:ext cx="3712535" cy="239550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Source code: https://github.com/Tiezhengyuan/single_pipeline/blob/master/Python/eRNA_download.py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FE804E-53A7-41ED-B076-93F79D8905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785" t="34711" r="31105" b="7739"/>
          <a:stretch/>
        </p:blipFill>
        <p:spPr>
          <a:xfrm>
            <a:off x="4455042" y="500394"/>
            <a:ext cx="7272670" cy="58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652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84AFA-1F8C-435E-BB86-E102709DA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genomic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4DA00-6F6C-44D0-89E6-FD0668BA3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 Ontology (GO): http://geneontology.org/</a:t>
            </a:r>
          </a:p>
          <a:p>
            <a:r>
              <a:rPr lang="en-US" dirty="0"/>
              <a:t>KEGG: https://www.genome.jp/kegg/</a:t>
            </a:r>
          </a:p>
          <a:p>
            <a:r>
              <a:rPr lang="en-US" dirty="0"/>
              <a:t>DAVID: https://david.ncifcrf.gov/</a:t>
            </a:r>
          </a:p>
          <a:p>
            <a:r>
              <a:rPr lang="en-US" dirty="0"/>
              <a:t>miRbase: http://www.mirbase.org/</a:t>
            </a:r>
          </a:p>
        </p:txBody>
      </p:sp>
    </p:spTree>
    <p:extLst>
      <p:ext uri="{BB962C8B-B14F-4D97-AF65-F5344CB8AC3E}">
        <p14:creationId xmlns:p14="http://schemas.microsoft.com/office/powerpoint/2010/main" val="1618202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0E79-0541-490E-BD5C-420C5DC8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Cancer Research Database for </a:t>
            </a:r>
            <a:br>
              <a:rPr lang="en-US" dirty="0"/>
            </a:br>
            <a:r>
              <a:rPr lang="en-US" dirty="0"/>
              <a:t>pairwise and association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0B44D-85E4-4089-B26A-9ACF555F7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COSMIC (Catalogue of Somatic Mutations In Cancer): https://cancer.sanger.ac.uk/cosmic</a:t>
            </a:r>
          </a:p>
          <a:p>
            <a:r>
              <a:rPr lang="en-US" dirty="0"/>
              <a:t>TCGA (The Cancer Genome Atlas):https://www.cancer.gov/about-nci/organization/ccg/research/structural-genomics/tcga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961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3BE2B-40F3-4C41-918F-8E991481C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Organize and integrate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F577A-EFC6-4924-8A4B-963E5F303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Organize data for further study</a:t>
            </a:r>
          </a:p>
          <a:p>
            <a:r>
              <a:rPr lang="en-US" dirty="0"/>
              <a:t>Integrate data into table sheet</a:t>
            </a:r>
          </a:p>
          <a:p>
            <a:r>
              <a:rPr lang="en-US" dirty="0"/>
              <a:t>Specify certain data from various files.</a:t>
            </a:r>
          </a:p>
        </p:txBody>
      </p:sp>
    </p:spTree>
    <p:extLst>
      <p:ext uri="{BB962C8B-B14F-4D97-AF65-F5344CB8AC3E}">
        <p14:creationId xmlns:p14="http://schemas.microsoft.com/office/powerpoint/2010/main" val="719170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6B65-C6AA-4844-8563-FA00CFE56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777" y="290697"/>
            <a:ext cx="10868246" cy="772559"/>
          </a:xfrm>
        </p:spPr>
        <p:txBody>
          <a:bodyPr>
            <a:normAutofit/>
          </a:bodyPr>
          <a:lstStyle/>
          <a:p>
            <a:r>
              <a:rPr lang="en-US" dirty="0"/>
              <a:t>Match data between </a:t>
            </a:r>
            <a:r>
              <a:rPr lang="en-US" dirty="0" err="1"/>
              <a:t>fasta</a:t>
            </a:r>
            <a:r>
              <a:rPr lang="en-US" dirty="0"/>
              <a:t> and </a:t>
            </a:r>
            <a:r>
              <a:rPr lang="en-US" dirty="0" err="1"/>
              <a:t>gtf</a:t>
            </a:r>
            <a:r>
              <a:rPr lang="en-US" dirty="0"/>
              <a:t> using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1336C-E1A5-48C5-B63A-E38584BBA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777" y="4345541"/>
            <a:ext cx="3712535" cy="239550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Source code: https://github.com/Tiezhengyuan/single_pipeline/blob/master/Python/eRNA_download.py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63660-0A39-4A75-A205-BFCFF218DC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476" t="32422" r="31716" b="23755"/>
          <a:stretch/>
        </p:blipFill>
        <p:spPr>
          <a:xfrm>
            <a:off x="4592209" y="1903227"/>
            <a:ext cx="6814753" cy="410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69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01652-5617-4D67-B718-CA2BC39D0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46" y="191940"/>
            <a:ext cx="4371753" cy="1399880"/>
          </a:xfrm>
        </p:spPr>
        <p:txBody>
          <a:bodyPr/>
          <a:lstStyle/>
          <a:p>
            <a:r>
              <a:rPr lang="en-US" dirty="0"/>
              <a:t>Analyze .GBK file using </a:t>
            </a:r>
            <a:r>
              <a:rPr lang="en-US" dirty="0" err="1"/>
              <a:t>bioPerl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A7D8B-D65A-4DD7-9A2B-C7144F8F4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246" y="3918098"/>
            <a:ext cx="4031512" cy="2747962"/>
          </a:xfrm>
        </p:spPr>
        <p:txBody>
          <a:bodyPr>
            <a:normAutofit/>
          </a:bodyPr>
          <a:lstStyle/>
          <a:p>
            <a:r>
              <a:rPr lang="en-US" dirty="0"/>
              <a:t>Source </a:t>
            </a:r>
            <a:r>
              <a:rPr lang="en-US" dirty="0" err="1"/>
              <a:t>code:https</a:t>
            </a:r>
            <a:r>
              <a:rPr lang="en-US" dirty="0"/>
              <a:t>://github.com/Tiezhengyuan/single_pipeline/blob/master/Perl/get_genome_information.pl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ED6EF4-B144-41FC-B2CC-8B8FCAC5A3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709" t="24573" r="36773" b="2499"/>
          <a:stretch/>
        </p:blipFill>
        <p:spPr>
          <a:xfrm>
            <a:off x="6900530" y="50056"/>
            <a:ext cx="4954773" cy="675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63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01652-5617-4D67-B718-CA2BC39D0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46" y="191940"/>
            <a:ext cx="4371753" cy="1399880"/>
          </a:xfrm>
        </p:spPr>
        <p:txBody>
          <a:bodyPr/>
          <a:lstStyle/>
          <a:p>
            <a:r>
              <a:rPr lang="en-US" dirty="0"/>
              <a:t>Extract miRNAs from </a:t>
            </a:r>
            <a:r>
              <a:rPr lang="en-US" dirty="0" err="1"/>
              <a:t>miRBase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A7D8B-D65A-4DD7-9A2B-C7144F8F4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246" y="3918098"/>
            <a:ext cx="4031512" cy="2747962"/>
          </a:xfrm>
        </p:spPr>
        <p:txBody>
          <a:bodyPr>
            <a:normAutofit/>
          </a:bodyPr>
          <a:lstStyle/>
          <a:p>
            <a:r>
              <a:rPr lang="en-US" dirty="0"/>
              <a:t>Source </a:t>
            </a:r>
            <a:r>
              <a:rPr lang="en-US" dirty="0" err="1"/>
              <a:t>code:https</a:t>
            </a:r>
            <a:r>
              <a:rPr lang="en-US" dirty="0"/>
              <a:t>://github.com/Tiezhengyuan/single_pipeline/blob/master/Perl/get_genome_information.pl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C88BC7-C89A-4AF0-9428-201D1A72D3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00" t="26207" r="33110" b="3626"/>
          <a:stretch/>
        </p:blipFill>
        <p:spPr>
          <a:xfrm>
            <a:off x="5718544" y="393405"/>
            <a:ext cx="6037323" cy="612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85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7932D-FA81-4180-87B1-E7F701371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35279" cy="1325563"/>
          </a:xfrm>
        </p:spPr>
        <p:txBody>
          <a:bodyPr/>
          <a:lstStyle/>
          <a:p>
            <a:r>
              <a:rPr lang="en-US" dirty="0"/>
              <a:t>Analyze Blast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0E321-FD9F-488F-89E9-103488131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50735"/>
            <a:ext cx="4318591" cy="1626228"/>
          </a:xfrm>
        </p:spPr>
        <p:txBody>
          <a:bodyPr>
            <a:normAutofit fontScale="92500"/>
          </a:bodyPr>
          <a:lstStyle/>
          <a:p>
            <a:r>
              <a:rPr lang="en-US" dirty="0"/>
              <a:t>Source code: https://github.com/Tiezhengyuan/single_pipeline/blob/master/Perl/test_alignment.pl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DEF69A-0187-411E-9DDE-2C44B23325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227" t="24736" r="35028" b="6423"/>
          <a:stretch/>
        </p:blipFill>
        <p:spPr>
          <a:xfrm>
            <a:off x="6096000" y="210928"/>
            <a:ext cx="5986131" cy="692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879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625</Words>
  <Application>Microsoft Office PowerPoint</Application>
  <PresentationFormat>Widescreen</PresentationFormat>
  <Paragraphs>56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Bioinformatics Database and Data Organization</vt:lpstr>
      <vt:lpstr>Outline</vt:lpstr>
      <vt:lpstr>Sequence Database</vt:lpstr>
      <vt:lpstr>Retrieve sequences from database using Bio-Perl</vt:lpstr>
      <vt:lpstr>Genome database</vt:lpstr>
      <vt:lpstr>Retrieve genome for FTP site using Python</vt:lpstr>
      <vt:lpstr>Functional genomic database</vt:lpstr>
      <vt:lpstr>Cancer Research Database for  pairwise and association analysis</vt:lpstr>
      <vt:lpstr>Organize and integrate data</vt:lpstr>
      <vt:lpstr>Match data between fasta and gtf using Python</vt:lpstr>
      <vt:lpstr>Analyze .GBK file using bioPerl</vt:lpstr>
      <vt:lpstr>Extract miRNAs from miRBase</vt:lpstr>
      <vt:lpstr>Analyze Blast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Bioinformatics Database and Data Organization</dc:title>
  <dc:creator>Tiezheng Yuan</dc:creator>
  <cp:lastModifiedBy>Tiezheng Yuan</cp:lastModifiedBy>
  <cp:revision>15</cp:revision>
  <dcterms:created xsi:type="dcterms:W3CDTF">2020-03-09T14:19:40Z</dcterms:created>
  <dcterms:modified xsi:type="dcterms:W3CDTF">2020-03-09T17:51:10Z</dcterms:modified>
</cp:coreProperties>
</file>