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6994-6548-4775-85C6-F90BF2D64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5C6E2-86A5-4845-ABAE-36C20A8FC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D877D-6DF2-4037-AF3B-C49F6EB5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7DEF-C49B-4470-9E4E-26A2E3EE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7FCBA-7399-4DC9-9404-75DF9504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1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973C-3956-4CE6-8B4E-8A03730AF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2C56-B7EE-41E9-8C48-D6218B5C2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746E5-346C-4AA5-AD86-81947806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718E9-6F7B-46CB-936E-17788C56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9324C-E92F-41FF-858B-313CACE1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1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2112-C303-4B64-A28C-E36A817A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97FC9-B4A1-48E4-876F-9A9B0E295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18FE-C880-4C8C-B2AD-40254A21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D25D9-E947-4EA3-93AC-5291227D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9E53C-0EA0-48F8-95F3-8E06C218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0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713D-BB28-4890-BA79-D0DC4D8E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3AAE3-F9CC-410B-AE26-8C3F7E9BD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A591E-5DA8-4783-A01B-16B2737DE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F5929-492E-4C6F-B96E-C97FB1BF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2F2FB-C15D-4AE5-AA66-B291BC15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B6F54-5B36-47D9-B400-54FC2E8A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78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8128-5DEE-41F8-961C-13099457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49932-73C4-4DDB-91AB-7E968FC40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3770F-5A44-4EBE-9D85-143DC1996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68069-CA1D-4AE2-95E1-8CAD4657E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8C64C-62DA-46E0-B0CD-3DF101E63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0FC18-3174-4AD3-8469-EB66D2B4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256F5-3912-4654-BF8E-0FC85D9D7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B2CDB-E7FA-4C17-B237-472ABCBE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1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8EB2-E15B-4C9E-BE89-693758A3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ED716-2368-4955-A9CF-FAEBCA613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35C6E-0BB3-44D5-84AA-6651838C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8B7D7-E0F0-402A-A285-D1F66BA7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6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E0255-50B4-45E6-B51D-6D3E124C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1A8B49-7121-4D66-9867-239FE5C0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FB870-C5EA-4AE3-AA27-E3CB1314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A311-9776-44D4-A6CC-094F7B0D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B5B22-4917-4468-BFD1-EFAB8BAC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EA6E2-B058-4647-B1F6-5A2127571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04454-BF24-419A-89D7-BF686056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857B2-4252-4E3C-A9B6-9C34E944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015ED-47FC-4E35-9797-11007986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5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DBCB-C7EF-4279-8ECD-AFAF55DE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D798A-AB7D-4371-98BF-C665E46F8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3C8DC-E575-4EF5-9E29-F00577FEA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FC2C2-5362-494E-933E-DCDD98D1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41FA7-ECCC-4B2D-BACD-BAEF50AA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AC941-6C33-43D2-B564-03CFFB96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5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6230-BB16-4ECD-8D56-B877B632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72C37-C88C-47B5-B42E-927CA13FD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FD200-003D-4BC9-81DD-5C2D0661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5573-8B4D-4951-BD6D-619B12C97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656B-F642-4CB5-BBF4-7C3E01A7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6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70642F-B85D-4F36-BFCD-F44E2BB1C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934F8-AA59-4B13-991D-A787EEE04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2FD75-9A68-4B26-B4EF-6EBCA51A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01EC-B978-479F-9D19-19DC61BF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F9C33-3C28-481A-9AEF-576B2FE9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809FF-3233-4E7F-82DF-CAAB41A2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6CE76-FD91-40C1-AB44-76A381952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89191-F0BB-4249-9F14-B4B8E91B8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905A6-D6A3-4BEB-815C-A6867B0BE230}" type="datetimeFigureOut">
              <a:rPr lang="en-US" smtClean="0"/>
              <a:t>3/25/2020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E384-6254-4193-8A68-A82D92673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ECA72-ED48-411B-9674-546902DEB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C37E7-FDE8-46C4-B312-161C973F3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2F28-8C22-4112-806B-CBD6D4453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 with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D4724-8F58-4F7B-935D-F941D4A76B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</p:txBody>
      </p:sp>
    </p:spTree>
    <p:extLst>
      <p:ext uri="{BB962C8B-B14F-4D97-AF65-F5344CB8AC3E}">
        <p14:creationId xmlns:p14="http://schemas.microsoft.com/office/powerpoint/2010/main" val="28784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20BB-70E8-4C67-BAA2-92A33760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ECC28-C2B0-45B3-9A35-45C18EC66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Clone a remote repository from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Synchronize local repos with remote repos</a:t>
            </a:r>
          </a:p>
          <a:p>
            <a:r>
              <a:rPr lang="en-US" dirty="0"/>
              <a:t>Work with public repository</a:t>
            </a:r>
          </a:p>
          <a:p>
            <a:r>
              <a:rPr lang="en-US" dirty="0"/>
              <a:t>Handle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0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F0E6-F260-4B9E-A69A-012BE00C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Synchronize local with remote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4A585-43A7-4755-B8CC-54C78E017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30799"/>
            <a:ext cx="10515600" cy="1046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git push origin master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C2FB1-8620-49FB-8996-EF6245A52D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481" r="32552" b="9931"/>
          <a:stretch/>
        </p:blipFill>
        <p:spPr>
          <a:xfrm>
            <a:off x="1673123" y="2032000"/>
            <a:ext cx="8090638" cy="250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4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4572-D702-41CE-A153-219C60B4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of push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662E-282F-4E09-AD42-E14E3494F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4799"/>
            <a:ext cx="10515600" cy="792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Fetch remote and merge them </a:t>
            </a:r>
            <a:r>
              <a:rPr lang="en-US"/>
              <a:t>into local using </a:t>
            </a:r>
            <a:r>
              <a:rPr lang="en-US" dirty="0"/>
              <a:t>“git pull origin master”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2D590-55CB-4364-9420-0F5FD05ECB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1" t="33185" r="15697" b="36741"/>
          <a:stretch/>
        </p:blipFill>
        <p:spPr>
          <a:xfrm>
            <a:off x="599439" y="2499043"/>
            <a:ext cx="11422644" cy="23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48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50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Work with github</vt:lpstr>
      <vt:lpstr>Outline</vt:lpstr>
      <vt:lpstr>Synchronize local with remote</vt:lpstr>
      <vt:lpstr>Failure of push operation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with github</dc:title>
  <dc:creator>Tiezheng Yuan</dc:creator>
  <cp:lastModifiedBy>Tiezheng Yuan</cp:lastModifiedBy>
  <cp:revision>7</cp:revision>
  <dcterms:created xsi:type="dcterms:W3CDTF">2020-03-25T12:24:23Z</dcterms:created>
  <dcterms:modified xsi:type="dcterms:W3CDTF">2020-03-25T12:50:04Z</dcterms:modified>
</cp:coreProperties>
</file>