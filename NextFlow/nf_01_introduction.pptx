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020" autoAdjust="0"/>
  </p:normalViewPr>
  <p:slideViewPr>
    <p:cSldViewPr snapToGrid="0">
      <p:cViewPr varScale="1">
        <p:scale>
          <a:sx n="55" d="100"/>
          <a:sy n="55" d="100"/>
        </p:scale>
        <p:origin x="107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09ADC4-E4A6-4811-A0F4-346DD94F2BB1}" type="datetimeFigureOut">
              <a:rPr lang="en-US" smtClean="0"/>
              <a:t>3/21/2020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EE7DCE-AE26-4D28-AB86-4B7E2872E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524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workflow engine </a:t>
            </a:r>
            <a:r>
              <a:rPr lang="en-US" dirty="0" err="1"/>
              <a:t>NextFlow</a:t>
            </a:r>
            <a:r>
              <a:rPr lang="en-US" dirty="0"/>
              <a:t> rules some minimal syntax to allow you develop pipeline for bioinformatics data analysis.  </a:t>
            </a:r>
            <a:r>
              <a:rPr lang="en-US" dirty="0" err="1"/>
              <a:t>NextFlow</a:t>
            </a:r>
            <a:r>
              <a:rPr lang="en-US" dirty="0"/>
              <a:t> is like Linux/Unix-style bash script programming, but its programming pattern is routine for fast development and easy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E7DCE-AE26-4D28-AB86-4B7E2872EC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87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E7DCE-AE26-4D28-AB86-4B7E2872EC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2283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E7DCE-AE26-4D28-AB86-4B7E2872EC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364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69732-516D-4F18-A13F-07FB33436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989312-EF3D-4BAE-9C76-70491EB364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05158-3F9F-4D73-805D-5CE8E8705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5E90-CF06-4286-B0F8-237F07532EFB}" type="datetimeFigureOut">
              <a:rPr lang="en-US" smtClean="0"/>
              <a:t>3/21/2020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9CB42-7316-48D4-9D52-BADCDDB3A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0DB1D-582B-4787-91A4-AEE25D016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02DE-8548-4A20-91B8-84A4ED7B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322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4C06F-EB6D-4BD3-A85E-F7C8C11A4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D35C0-C558-4E69-83CB-9F43A2794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29334-D115-4F9B-8BB3-A0C1CF9C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5E90-CF06-4286-B0F8-237F07532EFB}" type="datetimeFigureOut">
              <a:rPr lang="en-US" smtClean="0"/>
              <a:t>3/21/2020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8DC95-F064-444C-A2D6-B194865F4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BDA96-6829-4A7C-A7AF-2D4A088C0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02DE-8548-4A20-91B8-84A4ED7B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938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0F8E1-A920-42DA-8E8B-FD800CB42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0C53F-8B8E-445F-B345-B9A0F9C09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ED918-FE9F-49C4-9572-32CD7D274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5E90-CF06-4286-B0F8-237F07532EFB}" type="datetimeFigureOut">
              <a:rPr lang="en-US" smtClean="0"/>
              <a:t>3/21/2020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CCC4E-87E3-48E8-BF80-4AE1F136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6E0C9-7295-4444-9CCF-A54B22B9B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02DE-8548-4A20-91B8-84A4ED7B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47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B83F4-34AA-443C-A98A-0C9E23D59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9EF66-0F4B-4FE7-B995-AFBE9BCFFF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74F926-BCBE-4BEE-B547-8CD6849830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76E49-C84F-49A4-94F9-C4C652907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5E90-CF06-4286-B0F8-237F07532EFB}" type="datetimeFigureOut">
              <a:rPr lang="en-US" smtClean="0"/>
              <a:t>3/21/2020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B08C90-F8E6-4123-9C3A-7A7B2AABC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1EABFE-CB50-4EB0-AB36-334F554D4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02DE-8548-4A20-91B8-84A4ED7B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957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E0D31-054D-4D8B-96E1-D32F987CD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DE748-666B-4CD6-80E6-5889C1B75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E3D91-98D3-41CF-917A-21DFFA1BB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1E3D5F-1DC8-4171-844E-82107B3F86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6387E5-DAC4-4F76-819F-4E4DFF7775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196CBD-8EBB-43E5-AE80-11A636338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5E90-CF06-4286-B0F8-237F07532EFB}" type="datetimeFigureOut">
              <a:rPr lang="en-US" smtClean="0"/>
              <a:t>3/21/2020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7FF32A-9876-460A-B018-C590234F6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4D0D55-3EF7-4CE4-AE27-86303F4CB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02DE-8548-4A20-91B8-84A4ED7B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528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5FD2A-2058-4981-B34F-FFE31D59A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22B790-A2AF-479F-A08B-0627F549E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5E90-CF06-4286-B0F8-237F07532EFB}" type="datetimeFigureOut">
              <a:rPr lang="en-US" smtClean="0"/>
              <a:t>3/21/2020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5BFA07-1792-4DE4-BDB8-AE98626E2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443B4D-87E3-434D-8FC8-329FC56CB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02DE-8548-4A20-91B8-84A4ED7B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296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111C10-8734-4FD8-8F23-520735C01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5E90-CF06-4286-B0F8-237F07532EFB}" type="datetimeFigureOut">
              <a:rPr lang="en-US" smtClean="0"/>
              <a:t>3/21/2020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88CA4-E212-4205-885E-BC587BD52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33C95-513F-4C5F-85D7-923C8A1A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02DE-8548-4A20-91B8-84A4ED7B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077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E9142-CCCA-4987-B254-F2025B205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AB3D6-2C5C-4BF1-97D8-FDA2999B2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CD74DD-23CC-4FCC-91DE-482278C2E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DA428-C55C-45BC-B02B-67F2C4B6B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5E90-CF06-4286-B0F8-237F07532EFB}" type="datetimeFigureOut">
              <a:rPr lang="en-US" smtClean="0"/>
              <a:t>3/21/2020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3D648-87FA-4037-A979-0A75B9F30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E1132-6439-41DA-91B9-AD0F2AB5D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02DE-8548-4A20-91B8-84A4ED7B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89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A43B5-A322-410C-BF4F-272133A6E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4F27BF-A191-43DC-AACB-023FB9DED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574805-C175-4CB5-B573-06652FF726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E03AB-8822-4B53-95EB-41D5D4281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5E90-CF06-4286-B0F8-237F07532EFB}" type="datetimeFigureOut">
              <a:rPr lang="en-US" smtClean="0"/>
              <a:t>3/21/2020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C88F9-06F8-45E1-9082-A05F46CF1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F419F-783E-45F0-A867-02FB42C25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02DE-8548-4A20-91B8-84A4ED7B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304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F004B-C813-4FDB-B00B-80C185867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F8EBC3-116E-4A11-BA92-3AD6E0C40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2C26F-F033-4AEA-8870-76EF8736F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5E90-CF06-4286-B0F8-237F07532EFB}" type="datetimeFigureOut">
              <a:rPr lang="en-US" smtClean="0"/>
              <a:t>3/21/2020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7BE60-D24E-43BB-B0A2-952999A06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B316E-45BF-42AA-A9FF-A63B7B05F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02DE-8548-4A20-91B8-84A4ED7B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4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ED4FF-56C0-474F-B264-C87BB081E4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6AB49E-319A-4DE6-BAB0-9846EB2A2E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F0C74-02B2-4DF4-BFEB-6EDC9C8AE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5E90-CF06-4286-B0F8-237F07532EFB}" type="datetimeFigureOut">
              <a:rPr lang="en-US" smtClean="0"/>
              <a:t>3/21/2020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A7231-5819-47B6-9A1F-6E8BDA599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6D014-D4DE-4734-B71D-219CB4755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02DE-8548-4A20-91B8-84A4ED7B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15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24543-4F7C-4FD5-9AC3-F0A3AF700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56D664-05DC-493B-92F3-17BB51920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83347-E9BA-4A6B-9E9C-13418FB64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5E90-CF06-4286-B0F8-237F07532EFB}" type="datetimeFigureOut">
              <a:rPr lang="en-US" smtClean="0"/>
              <a:t>3/21/2020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E83FE-A2BC-4A07-8A9B-B1BBE4E03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2D312-A30E-4F6E-BCF8-3E73CAC510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A02DE-8548-4A20-91B8-84A4ED7B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061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1D988-E70C-4C38-9F7A-B62095D889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539" y="1122363"/>
            <a:ext cx="10274461" cy="2387600"/>
          </a:xfrm>
        </p:spPr>
        <p:txBody>
          <a:bodyPr/>
          <a:lstStyle/>
          <a:p>
            <a:r>
              <a:rPr lang="en-US" dirty="0"/>
              <a:t>Bioinformatics Workflow Engine: </a:t>
            </a:r>
            <a:r>
              <a:rPr lang="en-US" dirty="0" err="1"/>
              <a:t>NextFlow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260080-15D8-4AA2-B1ED-861F7E7EC4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51138"/>
            <a:ext cx="9144000" cy="1206661"/>
          </a:xfrm>
        </p:spPr>
        <p:txBody>
          <a:bodyPr/>
          <a:lstStyle/>
          <a:p>
            <a:r>
              <a:rPr lang="en-US" dirty="0"/>
              <a:t>Tiezheng Yuan</a:t>
            </a:r>
          </a:p>
          <a:p>
            <a:r>
              <a:rPr lang="en-US" dirty="0"/>
              <a:t>Jan 23th, 2020</a:t>
            </a:r>
          </a:p>
        </p:txBody>
      </p:sp>
    </p:spTree>
    <p:extLst>
      <p:ext uri="{BB962C8B-B14F-4D97-AF65-F5344CB8AC3E}">
        <p14:creationId xmlns:p14="http://schemas.microsoft.com/office/powerpoint/2010/main" val="273765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0B28B-0D97-4299-8ED9-59F6DEE5E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77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is </a:t>
            </a:r>
            <a:r>
              <a:rPr lang="en-US" dirty="0" err="1"/>
              <a:t>NextFlow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3FC4D-D81F-4ABE-95F2-EB5068D2C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23745"/>
            <a:ext cx="10515600" cy="658479"/>
          </a:xfrm>
        </p:spPr>
        <p:txBody>
          <a:bodyPr/>
          <a:lstStyle/>
          <a:p>
            <a:r>
              <a:rPr lang="en-US" dirty="0"/>
              <a:t>https://www.nextflow.io/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95CFD1-ECCD-4A24-BC2E-C9004BC294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861" r="1963"/>
          <a:stretch/>
        </p:blipFill>
        <p:spPr>
          <a:xfrm>
            <a:off x="732942" y="1078832"/>
            <a:ext cx="10515600" cy="470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114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C3254-0EA9-43D2-B49D-6EF2742F3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Use </a:t>
            </a:r>
            <a:r>
              <a:rPr lang="en-US" dirty="0" err="1"/>
              <a:t>NextFlow</a:t>
            </a:r>
            <a:r>
              <a:rPr lang="en-US" dirty="0"/>
              <a:t>: Single day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29708-1250-458B-9098-842EA07A1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416" y="2011681"/>
            <a:ext cx="10515600" cy="2377439"/>
          </a:xfrm>
        </p:spPr>
        <p:txBody>
          <a:bodyPr>
            <a:normAutofit/>
          </a:bodyPr>
          <a:lstStyle/>
          <a:p>
            <a:r>
              <a:rPr lang="en-US" sz="3200" dirty="0"/>
              <a:t>Linux knowledge: install binary packages and run tools</a:t>
            </a:r>
          </a:p>
          <a:p>
            <a:r>
              <a:rPr lang="en-US" sz="3200" dirty="0"/>
              <a:t>Bash scripting knowledge: write simple bash scripts</a:t>
            </a:r>
          </a:p>
          <a:p>
            <a:r>
              <a:rPr lang="en-US" sz="3200" b="1" dirty="0" err="1"/>
              <a:t>NextFlow</a:t>
            </a:r>
            <a:r>
              <a:rPr lang="en-US" sz="3200" b="1" dirty="0"/>
              <a:t> syntax and format: write a </a:t>
            </a:r>
            <a:r>
              <a:rPr lang="en-US" sz="3200" b="1" dirty="0" err="1"/>
              <a:t>NextFlow</a:t>
            </a:r>
            <a:r>
              <a:rPr lang="en-US" sz="3200" b="1" dirty="0"/>
              <a:t> script</a:t>
            </a:r>
          </a:p>
          <a:p>
            <a:r>
              <a:rPr lang="en-US" sz="3200" b="1" dirty="0"/>
              <a:t>Deployment: start with an example</a:t>
            </a:r>
          </a:p>
        </p:txBody>
      </p:sp>
    </p:spTree>
    <p:extLst>
      <p:ext uri="{BB962C8B-B14F-4D97-AF65-F5344CB8AC3E}">
        <p14:creationId xmlns:p14="http://schemas.microsoft.com/office/powerpoint/2010/main" val="2399307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C3254-0EA9-43D2-B49D-6EF2742F3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434" y="22854"/>
            <a:ext cx="10515600" cy="1325563"/>
          </a:xfrm>
        </p:spPr>
        <p:txBody>
          <a:bodyPr/>
          <a:lstStyle/>
          <a:p>
            <a:r>
              <a:rPr lang="en-US" dirty="0"/>
              <a:t>What do a </a:t>
            </a:r>
            <a:r>
              <a:rPr lang="en-US" dirty="0" err="1"/>
              <a:t>NextFlow</a:t>
            </a:r>
            <a:r>
              <a:rPr lang="en-US" dirty="0"/>
              <a:t> script look like?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29708-1250-458B-9098-842EA07A1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4" y="6129305"/>
            <a:ext cx="9802366" cy="7271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Bash script						</a:t>
            </a:r>
            <a:r>
              <a:rPr lang="en-US" dirty="0" err="1"/>
              <a:t>NextFlow</a:t>
            </a:r>
            <a:r>
              <a:rPr lang="en-US" dirty="0"/>
              <a:t> script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DD81A9-2543-4217-95D4-A84F467473DB}"/>
              </a:ext>
            </a:extLst>
          </p:cNvPr>
          <p:cNvSpPr txBox="1"/>
          <p:nvPr/>
        </p:nvSpPr>
        <p:spPr>
          <a:xfrm>
            <a:off x="1103376" y="1348417"/>
            <a:ext cx="4279392" cy="26776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#!/</a:t>
            </a:r>
            <a:r>
              <a:rPr lang="en-US" sz="2400" dirty="0" err="1"/>
              <a:t>usr</a:t>
            </a:r>
            <a:r>
              <a:rPr lang="en-US" sz="2400" dirty="0"/>
              <a:t>/bin/bash</a:t>
            </a:r>
          </a:p>
          <a:p>
            <a:endParaRPr lang="en-US" sz="2400" dirty="0"/>
          </a:p>
          <a:p>
            <a:r>
              <a:rPr lang="en-US" sz="2400" dirty="0"/>
              <a:t>Hello = ( “A” “B” “C” “D” “E” “F” )</a:t>
            </a:r>
          </a:p>
          <a:p>
            <a:endParaRPr lang="en-US" sz="2400" dirty="0"/>
          </a:p>
          <a:p>
            <a:r>
              <a:rPr lang="en-US" sz="2400" dirty="0"/>
              <a:t>for x in “${Hello[@]}”</a:t>
            </a:r>
          </a:p>
          <a:p>
            <a:r>
              <a:rPr lang="en-US" sz="2400" dirty="0"/>
              <a:t>	echo “$x” is printed!</a:t>
            </a:r>
          </a:p>
          <a:p>
            <a:r>
              <a:rPr lang="en-US" sz="2400" dirty="0"/>
              <a:t>done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1FB91C-5985-4FA0-81F4-5E1185386A1D}"/>
              </a:ext>
            </a:extLst>
          </p:cNvPr>
          <p:cNvSpPr txBox="1"/>
          <p:nvPr/>
        </p:nvSpPr>
        <p:spPr>
          <a:xfrm>
            <a:off x="6272784" y="1351508"/>
            <a:ext cx="5794250" cy="45243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#!/</a:t>
            </a:r>
            <a:r>
              <a:rPr lang="en-US" sz="2400" dirty="0" err="1"/>
              <a:t>usr</a:t>
            </a:r>
            <a:r>
              <a:rPr lang="en-US" sz="2400" dirty="0"/>
              <a:t>/bin/env </a:t>
            </a:r>
            <a:r>
              <a:rPr lang="en-US" sz="2400" dirty="0" err="1"/>
              <a:t>nextflow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Hello = </a:t>
            </a:r>
            <a:r>
              <a:rPr lang="en-US" sz="2400" dirty="0" err="1"/>
              <a:t>channel.from</a:t>
            </a:r>
            <a:r>
              <a:rPr lang="en-US" sz="2400" dirty="0"/>
              <a:t> “A” “B” “C” “D” “E” “F” </a:t>
            </a:r>
          </a:p>
          <a:p>
            <a:endParaRPr lang="en-US" sz="2400" dirty="0"/>
          </a:p>
          <a:p>
            <a:r>
              <a:rPr lang="en-US" sz="2400" dirty="0"/>
              <a:t>Process </a:t>
            </a:r>
            <a:r>
              <a:rPr lang="en-US" sz="2400" dirty="0" err="1"/>
              <a:t>sayHello</a:t>
            </a:r>
            <a:r>
              <a:rPr lang="en-US" sz="2400" dirty="0"/>
              <a:t>{</a:t>
            </a:r>
          </a:p>
          <a:p>
            <a:r>
              <a:rPr lang="en-US" sz="2400" dirty="0"/>
              <a:t>	input: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val</a:t>
            </a:r>
            <a:r>
              <a:rPr lang="en-US" sz="2400" dirty="0"/>
              <a:t> x from Hello</a:t>
            </a:r>
          </a:p>
          <a:p>
            <a:endParaRPr lang="en-US" sz="2400" dirty="0"/>
          </a:p>
          <a:p>
            <a:r>
              <a:rPr lang="en-US" sz="2400" dirty="0"/>
              <a:t>	“””</a:t>
            </a:r>
          </a:p>
          <a:p>
            <a:r>
              <a:rPr lang="en-US" sz="2400" dirty="0"/>
              <a:t>	echo $x is printed!</a:t>
            </a:r>
          </a:p>
          <a:p>
            <a:r>
              <a:rPr lang="en-US" sz="2400" dirty="0"/>
              <a:t>	“””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38051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219</Words>
  <Application>Microsoft Office PowerPoint</Application>
  <PresentationFormat>Widescreen</PresentationFormat>
  <Paragraphs>35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Bioinformatics Workflow Engine: NextFlow</vt:lpstr>
      <vt:lpstr>What is NextFlow?</vt:lpstr>
      <vt:lpstr>Use NextFlow: Single day learning</vt:lpstr>
      <vt:lpstr>What do a NextFlow script look like?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Bioinformatics Workflow Engine: NextFlow</dc:title>
  <dc:creator>Tiezheng Yuan</dc:creator>
  <cp:lastModifiedBy>Tiezheng Yuan</cp:lastModifiedBy>
  <cp:revision>12</cp:revision>
  <dcterms:created xsi:type="dcterms:W3CDTF">2020-01-31T14:45:26Z</dcterms:created>
  <dcterms:modified xsi:type="dcterms:W3CDTF">2020-03-21T20:54:49Z</dcterms:modified>
</cp:coreProperties>
</file>